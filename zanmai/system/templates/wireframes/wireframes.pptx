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chemeClr val="accent1"/>
              </a:solidFill>
              <a:ln>
                <a:solidFill>
                  <a:schemeClr val="bg1"/>
                </a:solidFill>
              </a:ln>
            </c:spPr>
          </c:dPt>
          <c:dPt>
            <c:idx val="1"/>
            <c:spPr>
              <a:solidFill>
                <a:schemeClr val="accent2"/>
              </a:solidFill>
              <a:ln>
                <a:solidFill>
                  <a:schemeClr val="bg1"/>
                </a:solidFill>
              </a:ln>
            </c:spPr>
          </c:dPt>
          <c:dPt>
            <c:idx val="2"/>
            <c:spPr>
              <a:solidFill>
                <a:schemeClr val="accent3"/>
              </a:solidFill>
              <a:ln>
                <a:solidFill>
                  <a:schemeClr val="bg1"/>
                </a:solidFill>
              </a:ln>
            </c:spPr>
          </c:dPt>
          <c:dPt>
            <c:idx val="3"/>
            <c:spPr>
              <a:solidFill>
                <a:schemeClr val="accent5"/>
              </a:solidFill>
              <a:ln>
                <a:solidFill>
                  <a:schemeClr val="bg1"/>
                </a:solidFill>
              </a:ln>
            </c:spPr>
          </c:dPt>
          <c:cat>
            <c:strRef>
              <c:f>Sheet1!$A$2:$A$5</c:f>
              <c:strCache>
                <c:ptCount val="4"/>
                <c:pt idx="0">
                  <c:v>Lorem</c:v>
                </c:pt>
                <c:pt idx="1">
                  <c:v>Lorem</c:v>
                </c:pt>
                <c:pt idx="2">
                  <c:v>Lorem</c:v>
                </c:pt>
                <c:pt idx="3">
                  <c:v>Lorem</c:v>
                </c:pt>
              </c:strCache>
            </c:strRef>
          </c:cat>
          <c:val>
            <c:numRef>
              <c:f>Sheet1!$B$2:$B$5</c:f>
              <c:numCache>
                <c:formatCode>General</c:formatCode>
                <c:ptCount val="4"/>
                <c:pt idx="0">
                  <c:v>45</c:v>
                </c:pt>
                <c:pt idx="1">
                  <c:v>25</c:v>
                </c:pt>
                <c:pt idx="2">
                  <c:v>20</c:v>
                </c:pt>
                <c:pt idx="3">
                  <c:v>10</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4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Lorem</c:v>
                </c:pt>
              </c:strCache>
            </c:strRef>
          </c:tx>
          <c:spPr>
            <a:solidFill>
              <a:schemeClr val="accent1"/>
            </a:solidFill>
          </c:spPr>
          <c:cat>
            <c:strRef>
              <c:f>Sheet1!$A$2:$A$5</c:f>
              <c:strCache>
                <c:ptCount val="4"/>
                <c:pt idx="0">
                  <c:v>Lorem</c:v>
                </c:pt>
                <c:pt idx="1">
                  <c:v>Lorem</c:v>
                </c:pt>
                <c:pt idx="2">
                  <c:v>Lorem</c:v>
                </c:pt>
                <c:pt idx="3">
                  <c:v>Lorem</c:v>
                </c:pt>
              </c:strCache>
            </c:strRef>
          </c:cat>
          <c:val>
            <c:numRef>
              <c:f>Sheet1!$B$2:$B$5</c:f>
              <c:numCache>
                <c:formatCode>General</c:formatCode>
                <c:ptCount val="4"/>
                <c:pt idx="0">
                  <c:v>31</c:v>
                </c:pt>
                <c:pt idx="1">
                  <c:v>45</c:v>
                </c:pt>
                <c:pt idx="2">
                  <c:v>38</c:v>
                </c:pt>
                <c:pt idx="3">
                  <c:v>52</c:v>
                </c:pt>
              </c:numCache>
            </c:numRef>
          </c:val>
        </c:ser>
        <c:ser>
          <c:idx val="1"/>
          <c:order val="1"/>
          <c:tx>
            <c:strRef>
              <c:f>Sheet1!$C$1</c:f>
              <c:strCache>
                <c:ptCount val="1"/>
                <c:pt idx="0">
                  <c:v>Lorem</c:v>
                </c:pt>
              </c:strCache>
            </c:strRef>
          </c:tx>
          <c:spPr>
            <a:solidFill>
              <a:schemeClr val="accent4"/>
            </a:solidFill>
          </c:spPr>
          <c:cat>
            <c:strRef>
              <c:f>Sheet1!$A$2:$A$5</c:f>
              <c:strCache>
                <c:ptCount val="4"/>
                <c:pt idx="0">
                  <c:v>Lorem</c:v>
                </c:pt>
                <c:pt idx="1">
                  <c:v>Lorem</c:v>
                </c:pt>
                <c:pt idx="2">
                  <c:v>Lorem</c:v>
                </c:pt>
                <c:pt idx="3">
                  <c:v>Lorem</c:v>
                </c:pt>
              </c:strCache>
            </c:strRef>
          </c:cat>
          <c:val>
            <c:numRef>
              <c:f>Sheet1!$C$2:$C$5</c:f>
              <c:numCache>
                <c:formatCode>General</c:formatCode>
                <c:ptCount val="4"/>
                <c:pt idx="0">
                  <c:v>25</c:v>
                </c:pt>
                <c:pt idx="1">
                  <c:v>39</c:v>
                </c:pt>
                <c:pt idx="2">
                  <c:v>44</c:v>
                </c:pt>
                <c:pt idx="3">
                  <c:v>41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4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Lorem</c:v>
                </c:pt>
              </c:strCache>
            </c:strRef>
          </c:tx>
          <c:spPr>
            <a:ln w="31750">
              <a:solidFill>
                <a:schemeClr val="accent1"/>
              </a:solidFill>
            </a:ln>
          </c:spPr>
          <c:cat>
            <c:strRef>
              <c:f>Sheet1!$A$2:$A$7</c:f>
              <c:strCache>
                <c:ptCount val="6"/>
                <c:pt idx="0">
                  <c:v>Lorem</c:v>
                </c:pt>
                <c:pt idx="1">
                  <c:v>Lorem</c:v>
                </c:pt>
                <c:pt idx="2">
                  <c:v>Lorem</c:v>
                </c:pt>
                <c:pt idx="3">
                  <c:v>Lorem</c:v>
                </c:pt>
                <c:pt idx="4">
                  <c:v>Lorem</c:v>
                </c:pt>
                <c:pt idx="5">
                  <c:v>Lorem</c:v>
                </c:pt>
              </c:strCache>
            </c:strRef>
          </c:cat>
          <c:val>
            <c:numRef>
              <c:f>Sheet1!$B$2:$B$7</c:f>
              <c:numCache>
                <c:formatCode>General</c:formatCode>
                <c:ptCount val="6"/>
                <c:pt idx="0">
                  <c:v>12</c:v>
                </c:pt>
                <c:pt idx="1">
                  <c:v>26</c:v>
                </c:pt>
                <c:pt idx="2">
                  <c:v>38</c:v>
                </c:pt>
                <c:pt idx="3">
                  <c:v>55</c:v>
                </c:pt>
                <c:pt idx="4">
                  <c:v>78</c:v>
                </c:pt>
                <c:pt idx="5">
                  <c:v>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4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a:t>
            </a:r>
          </a:p>
        </p:txBody>
      </p:sp>
      <p:sp>
        <p:nvSpPr>
          <p:cNvPr id="5" name="Rectangle 4"/>
          <p:cNvSpPr/>
          <p:nvPr/>
        </p:nvSpPr>
        <p:spPr>
          <a:xfrm>
            <a:off x="822960" y="2880359"/>
            <a:ext cx="3320186" cy="2743200"/>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a:t>
            </a:r>
          </a:p>
        </p:txBody>
      </p:sp>
      <p:sp>
        <p:nvSpPr>
          <p:cNvPr id="6" name="Oval 5"/>
          <p:cNvSpPr/>
          <p:nvPr/>
        </p:nvSpPr>
        <p:spPr>
          <a:xfrm>
            <a:off x="3594506" y="2642615"/>
            <a:ext cx="475488" cy="475488"/>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01</a:t>
            </a:r>
          </a:p>
        </p:txBody>
      </p:sp>
      <p:sp>
        <p:nvSpPr>
          <p:cNvPr id="7" name="Rectangle 6"/>
          <p:cNvSpPr/>
          <p:nvPr/>
        </p:nvSpPr>
        <p:spPr>
          <a:xfrm>
            <a:off x="4435754" y="2880359"/>
            <a:ext cx="3320186" cy="2743200"/>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a:t>
            </a:r>
          </a:p>
        </p:txBody>
      </p:sp>
      <p:sp>
        <p:nvSpPr>
          <p:cNvPr id="8" name="Oval 7"/>
          <p:cNvSpPr/>
          <p:nvPr/>
        </p:nvSpPr>
        <p:spPr>
          <a:xfrm>
            <a:off x="7207300" y="2642615"/>
            <a:ext cx="475488" cy="475488"/>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02</a:t>
            </a:r>
          </a:p>
        </p:txBody>
      </p:sp>
      <p:sp>
        <p:nvSpPr>
          <p:cNvPr id="9" name="Rectangle 8"/>
          <p:cNvSpPr/>
          <p:nvPr/>
        </p:nvSpPr>
        <p:spPr>
          <a:xfrm>
            <a:off x="8048548" y="2880359"/>
            <a:ext cx="3320186" cy="2743200"/>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a:t>
            </a:r>
          </a:p>
        </p:txBody>
      </p:sp>
      <p:sp>
        <p:nvSpPr>
          <p:cNvPr id="10" name="Oval 9"/>
          <p:cNvSpPr/>
          <p:nvPr/>
        </p:nvSpPr>
        <p:spPr>
          <a:xfrm>
            <a:off x="10820095" y="2642615"/>
            <a:ext cx="475488" cy="475488"/>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4000" b="1">
                <a:solidFill>
                  <a:schemeClr val="tx1"/>
                </a:solidFill>
                <a:latin typeface="+mj-lt"/>
              </a:rPr>
              <a:t>Lorem Ipsum Dolor</a:t>
            </a:r>
          </a:p>
        </p:txBody>
      </p:sp>
      <p:sp>
        <p:nvSpPr>
          <p:cNvPr id="4" name="Rectangle 3"/>
          <p:cNvSpPr/>
          <p:nvPr/>
        </p:nvSpPr>
        <p:spPr>
          <a:xfrm>
            <a:off x="822960" y="2286000"/>
            <a:ext cx="3271418" cy="3566159"/>
          </a:xfrm>
          <a:prstGeom prst="rect">
            <a:avLst/>
          </a:prstGeom>
          <a:solidFill>
            <a:schemeClr val="bg2"/>
          </a:solidFill>
          <a:ln>
            <a:noFill/>
          </a:ln>
          <a:effectLst/>
        </p:spPr>
        <p:txBody>
          <a:bodyPr rtlCol="0" anchor="t" lIns="164592" rIns="164592" tIns="109728" bIns="109728" wrap="square"/>
          <a:lstStyle/>
          <a:p>
            <a:pPr algn="l">
              <a:spcAft>
                <a:spcPts val="400"/>
              </a:spcAft>
            </a:pPr>
            <a:r>
              <a:rPr sz="2400" b="1">
                <a:solidFill>
                  <a:schemeClr val="tx1"/>
                </a:solidFill>
                <a:latin typeface="+mn-lt"/>
              </a:rPr>
              <a:t>Lorem Ipsum</a:t>
            </a:r>
          </a:p>
          <a:p>
            <a:pPr algn="l">
              <a:spcAft>
                <a:spcPts val="400"/>
              </a:spcAft>
            </a:pPr>
            <a:r>
              <a:rPr sz="2000" b="0">
                <a:solidFill>
                  <a:schemeClr val="tx1"/>
                </a:solidFill>
                <a:latin typeface="+mn-lt"/>
              </a:rPr>
              <a:t>Lorem ipsum dolor sit amet consectetur adipiscing elit sed do eiusmod tempor incididunt ut labore et dolore magna aliqua ut enim ad minim veniam</a:t>
            </a:r>
          </a:p>
        </p:txBody>
      </p:sp>
      <p:sp>
        <p:nvSpPr>
          <p:cNvPr id="5" name="Oval 4"/>
          <p:cNvSpPr/>
          <p:nvPr/>
        </p:nvSpPr>
        <p:spPr>
          <a:xfrm>
            <a:off x="3362858" y="1956816"/>
            <a:ext cx="658368" cy="658368"/>
          </a:xfrm>
          <a:prstGeom prst="ellipse">
            <a:avLst/>
          </a:prstGeom>
          <a:solidFill>
            <a:schemeClr val="accent1"/>
          </a:solidFill>
          <a:ln>
            <a:noFill/>
          </a:ln>
          <a:effectLst/>
        </p:spPr>
        <p:txBody>
          <a:bodyPr rtlCol="0" anchor="ctr" wrap="none" lIns="0" rIns="0" tIns="0" bIns="0"/>
          <a:lstStyle/>
          <a:p>
            <a:pPr algn="ctr"/>
            <a:r>
              <a:rPr sz="2000" b="1">
                <a:solidFill>
                  <a:schemeClr val="bg1"/>
                </a:solidFill>
                <a:latin typeface="+mn-lt"/>
              </a:rPr>
              <a:t>01</a:t>
            </a:r>
          </a:p>
        </p:txBody>
      </p:sp>
      <p:sp>
        <p:nvSpPr>
          <p:cNvPr id="6" name="Rectangle 5"/>
          <p:cNvSpPr/>
          <p:nvPr/>
        </p:nvSpPr>
        <p:spPr>
          <a:xfrm>
            <a:off x="4460138" y="2286000"/>
            <a:ext cx="3271418" cy="3566159"/>
          </a:xfrm>
          <a:prstGeom prst="rect">
            <a:avLst/>
          </a:prstGeom>
          <a:solidFill>
            <a:schemeClr val="bg2"/>
          </a:solidFill>
          <a:ln>
            <a:noFill/>
          </a:ln>
          <a:effectLst/>
        </p:spPr>
        <p:txBody>
          <a:bodyPr rtlCol="0" anchor="t" lIns="164592" rIns="164592" tIns="109728" bIns="109728" wrap="square"/>
          <a:lstStyle/>
          <a:p>
            <a:pPr algn="l">
              <a:spcAft>
                <a:spcPts val="400"/>
              </a:spcAft>
            </a:pPr>
            <a:r>
              <a:rPr sz="2400" b="1">
                <a:solidFill>
                  <a:schemeClr val="tx1"/>
                </a:solidFill>
                <a:latin typeface="+mn-lt"/>
              </a:rPr>
              <a:t>Lorem Ipsum</a:t>
            </a:r>
          </a:p>
          <a:p>
            <a:pPr algn="l">
              <a:spcAft>
                <a:spcPts val="400"/>
              </a:spcAft>
            </a:pPr>
            <a:r>
              <a:rPr sz="2000" b="0">
                <a:solidFill>
                  <a:schemeClr val="tx1"/>
                </a:solidFill>
                <a:latin typeface="+mn-lt"/>
              </a:rPr>
              <a:t>Lorem ipsum dolor sit amet consectetur adipiscing elit sed do eiusmod tempor incididunt ut labore et dolore magna aliqua ut enim ad minim veniam</a:t>
            </a:r>
          </a:p>
        </p:txBody>
      </p:sp>
      <p:sp>
        <p:nvSpPr>
          <p:cNvPr id="7" name="Oval 6"/>
          <p:cNvSpPr/>
          <p:nvPr/>
        </p:nvSpPr>
        <p:spPr>
          <a:xfrm>
            <a:off x="7000036" y="1956816"/>
            <a:ext cx="658368" cy="658368"/>
          </a:xfrm>
          <a:prstGeom prst="ellipse">
            <a:avLst/>
          </a:prstGeom>
          <a:solidFill>
            <a:schemeClr val="accent1"/>
          </a:solidFill>
          <a:ln>
            <a:noFill/>
          </a:ln>
          <a:effectLst/>
        </p:spPr>
        <p:txBody>
          <a:bodyPr rtlCol="0" anchor="ctr" wrap="none" lIns="0" rIns="0" tIns="0" bIns="0"/>
          <a:lstStyle/>
          <a:p>
            <a:pPr algn="ctr"/>
            <a:r>
              <a:rPr sz="2000" b="1">
                <a:solidFill>
                  <a:schemeClr val="bg1"/>
                </a:solidFill>
                <a:latin typeface="+mn-lt"/>
              </a:rPr>
              <a:t>02</a:t>
            </a:r>
          </a:p>
        </p:txBody>
      </p:sp>
      <p:sp>
        <p:nvSpPr>
          <p:cNvPr id="8" name="Rectangle 7"/>
          <p:cNvSpPr/>
          <p:nvPr/>
        </p:nvSpPr>
        <p:spPr>
          <a:xfrm>
            <a:off x="8097316" y="2286000"/>
            <a:ext cx="3271418" cy="3566159"/>
          </a:xfrm>
          <a:prstGeom prst="rect">
            <a:avLst/>
          </a:prstGeom>
          <a:solidFill>
            <a:schemeClr val="bg2"/>
          </a:solidFill>
          <a:ln>
            <a:noFill/>
          </a:ln>
          <a:effectLst/>
        </p:spPr>
        <p:txBody>
          <a:bodyPr rtlCol="0" anchor="t" lIns="164592" rIns="164592" tIns="109728" bIns="109728" wrap="square"/>
          <a:lstStyle/>
          <a:p>
            <a:pPr algn="l">
              <a:spcAft>
                <a:spcPts val="400"/>
              </a:spcAft>
            </a:pPr>
            <a:r>
              <a:rPr sz="2400" b="1">
                <a:solidFill>
                  <a:schemeClr val="tx1"/>
                </a:solidFill>
                <a:latin typeface="+mn-lt"/>
              </a:rPr>
              <a:t>Lorem Ipsum</a:t>
            </a:r>
          </a:p>
          <a:p>
            <a:pPr algn="l">
              <a:spcAft>
                <a:spcPts val="400"/>
              </a:spcAft>
            </a:pPr>
            <a:r>
              <a:rPr sz="2000" b="0">
                <a:solidFill>
                  <a:schemeClr val="tx1"/>
                </a:solidFill>
                <a:latin typeface="+mn-lt"/>
              </a:rPr>
              <a:t>Lorem ipsum dolor sit amet consectetur adipiscing elit sed do eiusmod tempor incididunt ut labore et dolore magna aliqua ut enim ad minim veniam</a:t>
            </a:r>
          </a:p>
        </p:txBody>
      </p:sp>
      <p:sp>
        <p:nvSpPr>
          <p:cNvPr id="9" name="Oval 8"/>
          <p:cNvSpPr/>
          <p:nvPr/>
        </p:nvSpPr>
        <p:spPr>
          <a:xfrm>
            <a:off x="10637215" y="1956816"/>
            <a:ext cx="658368" cy="658368"/>
          </a:xfrm>
          <a:prstGeom prst="ellipse">
            <a:avLst/>
          </a:prstGeom>
          <a:solidFill>
            <a:schemeClr val="accent1"/>
          </a:solidFill>
          <a:ln>
            <a:noFill/>
          </a:ln>
          <a:effectLst/>
        </p:spPr>
        <p:txBody>
          <a:bodyPr rtlCol="0" anchor="ctr" wrap="none" lIns="0" rIns="0" tIns="0" bIns="0"/>
          <a:lstStyle/>
          <a:p>
            <a:pPr algn="ctr"/>
            <a:r>
              <a:rPr sz="2000" b="1">
                <a:solidFill>
                  <a:schemeClr val="bg1"/>
                </a:solidFill>
                <a:latin typeface="+mn-lt"/>
              </a:rPr>
              <a:t>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a:t>
            </a:r>
          </a:p>
        </p:txBody>
      </p:sp>
      <p:sp>
        <p:nvSpPr>
          <p:cNvPr id="5" name="Rectangle 4"/>
          <p:cNvSpPr/>
          <p:nvPr/>
        </p:nvSpPr>
        <p:spPr>
          <a:xfrm>
            <a:off x="822960" y="4306824"/>
            <a:ext cx="10545775" cy="36576"/>
          </a:xfrm>
          <a:prstGeom prst="rect">
            <a:avLst/>
          </a:prstGeom>
          <a:solidFill>
            <a:schemeClr val="accent4"/>
          </a:solidFill>
          <a:ln>
            <a:noFill/>
          </a:ln>
          <a:effectLst/>
        </p:spPr>
        <p:txBody>
          <a:bodyPr rtlCol="0" anchor="ctr"/>
          <a:lstStyle/>
          <a:p>
            <a:pPr algn="ctr"/>
          </a:p>
        </p:txBody>
      </p:sp>
      <p:sp>
        <p:nvSpPr>
          <p:cNvPr id="6" name="Oval 5"/>
          <p:cNvSpPr/>
          <p:nvPr/>
        </p:nvSpPr>
        <p:spPr>
          <a:xfrm>
            <a:off x="1885149" y="4064507"/>
            <a:ext cx="512064" cy="512064"/>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01</a:t>
            </a:r>
          </a:p>
        </p:txBody>
      </p:sp>
      <p:sp>
        <p:nvSpPr>
          <p:cNvPr id="7" name="TextBox 6"/>
          <p:cNvSpPr txBox="1"/>
          <p:nvPr/>
        </p:nvSpPr>
        <p:spPr>
          <a:xfrm>
            <a:off x="969264" y="2651759"/>
            <a:ext cx="2343835" cy="1303020"/>
          </a:xfrm>
          <a:prstGeom prst="rect">
            <a:avLst/>
          </a:prstGeom>
          <a:noFill/>
        </p:spPr>
        <p:txBody>
          <a:bodyPr wrap="square" anchor="b"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 do eiusmod</a:t>
            </a:r>
          </a:p>
        </p:txBody>
      </p:sp>
      <p:sp>
        <p:nvSpPr>
          <p:cNvPr id="8" name="Oval 7"/>
          <p:cNvSpPr/>
          <p:nvPr/>
        </p:nvSpPr>
        <p:spPr>
          <a:xfrm>
            <a:off x="4521593" y="4064507"/>
            <a:ext cx="512064" cy="512064"/>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02</a:t>
            </a:r>
          </a:p>
        </p:txBody>
      </p:sp>
      <p:sp>
        <p:nvSpPr>
          <p:cNvPr id="9" name="TextBox 8"/>
          <p:cNvSpPr txBox="1"/>
          <p:nvPr/>
        </p:nvSpPr>
        <p:spPr>
          <a:xfrm>
            <a:off x="3605707" y="4686300"/>
            <a:ext cx="2343835" cy="1303020"/>
          </a:xfrm>
          <a:prstGeom prst="rect">
            <a:avLst/>
          </a:prstGeom>
          <a:noFill/>
        </p:spPr>
        <p:txBody>
          <a:bodyPr wrap="square" anchor="t"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 do eiusmod</a:t>
            </a:r>
          </a:p>
        </p:txBody>
      </p:sp>
      <p:sp>
        <p:nvSpPr>
          <p:cNvPr id="10" name="Oval 9"/>
          <p:cNvSpPr/>
          <p:nvPr/>
        </p:nvSpPr>
        <p:spPr>
          <a:xfrm>
            <a:off x="7158037" y="4064507"/>
            <a:ext cx="512064" cy="512064"/>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03</a:t>
            </a:r>
          </a:p>
        </p:txBody>
      </p:sp>
      <p:sp>
        <p:nvSpPr>
          <p:cNvPr id="11" name="TextBox 10"/>
          <p:cNvSpPr txBox="1"/>
          <p:nvPr/>
        </p:nvSpPr>
        <p:spPr>
          <a:xfrm>
            <a:off x="6242151" y="2651759"/>
            <a:ext cx="2343835" cy="1303020"/>
          </a:xfrm>
          <a:prstGeom prst="rect">
            <a:avLst/>
          </a:prstGeom>
          <a:noFill/>
        </p:spPr>
        <p:txBody>
          <a:bodyPr wrap="square" anchor="b"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 do eiusmod</a:t>
            </a:r>
          </a:p>
        </p:txBody>
      </p:sp>
      <p:sp>
        <p:nvSpPr>
          <p:cNvPr id="12" name="Oval 11"/>
          <p:cNvSpPr/>
          <p:nvPr/>
        </p:nvSpPr>
        <p:spPr>
          <a:xfrm>
            <a:off x="9794481" y="4064507"/>
            <a:ext cx="512064" cy="512064"/>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04</a:t>
            </a:r>
          </a:p>
        </p:txBody>
      </p:sp>
      <p:sp>
        <p:nvSpPr>
          <p:cNvPr id="13" name="TextBox 12"/>
          <p:cNvSpPr txBox="1"/>
          <p:nvPr/>
        </p:nvSpPr>
        <p:spPr>
          <a:xfrm>
            <a:off x="8878595" y="4686300"/>
            <a:ext cx="2343835" cy="1303020"/>
          </a:xfrm>
          <a:prstGeom prst="rect">
            <a:avLst/>
          </a:prstGeom>
          <a:noFill/>
        </p:spPr>
        <p:txBody>
          <a:bodyPr wrap="square" anchor="t"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 do eiusmod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a:t>
            </a:r>
          </a:p>
        </p:txBody>
      </p:sp>
      <p:sp>
        <p:nvSpPr>
          <p:cNvPr id="5" name="Chevron 4"/>
          <p:cNvSpPr/>
          <p:nvPr/>
        </p:nvSpPr>
        <p:spPr>
          <a:xfrm>
            <a:off x="822960" y="3840479"/>
            <a:ext cx="3246805" cy="960120"/>
          </a:xfrm>
          <a:prstGeom prst="chevron">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01</a:t>
            </a:r>
          </a:p>
        </p:txBody>
      </p:sp>
      <p:sp>
        <p:nvSpPr>
          <p:cNvPr id="6" name="TextBox 5"/>
          <p:cNvSpPr txBox="1"/>
          <p:nvPr/>
        </p:nvSpPr>
        <p:spPr>
          <a:xfrm>
            <a:off x="822960" y="2624327"/>
            <a:ext cx="2926765" cy="1051560"/>
          </a:xfrm>
          <a:prstGeom prst="rect">
            <a:avLst/>
          </a:prstGeom>
          <a:noFill/>
        </p:spPr>
        <p:txBody>
          <a:bodyPr wrap="square" anchor="b"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a:t>
            </a:r>
          </a:p>
        </p:txBody>
      </p:sp>
      <p:sp>
        <p:nvSpPr>
          <p:cNvPr id="7" name="Chevron 6"/>
          <p:cNvSpPr/>
          <p:nvPr/>
        </p:nvSpPr>
        <p:spPr>
          <a:xfrm>
            <a:off x="3255949" y="3840479"/>
            <a:ext cx="3246805" cy="960120"/>
          </a:xfrm>
          <a:prstGeom prst="chevron">
            <a:avLst/>
          </a:prstGeom>
          <a:solidFill>
            <a:schemeClr val="accent4"/>
          </a:solidFill>
          <a:ln>
            <a:noFill/>
          </a:ln>
          <a:effectLst/>
        </p:spPr>
        <p:txBody>
          <a:bodyPr rtlCol="0" anchor="ctr" wrap="square" lIns="164592" rIns="164592" tIns="109728" bIns="109728"/>
          <a:lstStyle/>
          <a:p>
            <a:pPr algn="ctr"/>
            <a:r>
              <a:rPr sz="1800" b="1">
                <a:solidFill>
                  <a:schemeClr val="tx1"/>
                </a:solidFill>
                <a:latin typeface="+mn-lt"/>
              </a:rPr>
              <a:t>02</a:t>
            </a:r>
          </a:p>
        </p:txBody>
      </p:sp>
      <p:sp>
        <p:nvSpPr>
          <p:cNvPr id="8" name="TextBox 7"/>
          <p:cNvSpPr txBox="1"/>
          <p:nvPr/>
        </p:nvSpPr>
        <p:spPr>
          <a:xfrm>
            <a:off x="3255949" y="4965191"/>
            <a:ext cx="2926765" cy="1051560"/>
          </a:xfrm>
          <a:prstGeom prst="rect">
            <a:avLst/>
          </a:prstGeom>
          <a:noFill/>
        </p:spPr>
        <p:txBody>
          <a:bodyPr wrap="square" anchor="t"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a:t>
            </a:r>
          </a:p>
        </p:txBody>
      </p:sp>
      <p:sp>
        <p:nvSpPr>
          <p:cNvPr id="9" name="Chevron 8"/>
          <p:cNvSpPr/>
          <p:nvPr/>
        </p:nvSpPr>
        <p:spPr>
          <a:xfrm>
            <a:off x="5688939" y="3840479"/>
            <a:ext cx="3246805" cy="960120"/>
          </a:xfrm>
          <a:prstGeom prst="chevron">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03</a:t>
            </a:r>
          </a:p>
        </p:txBody>
      </p:sp>
      <p:sp>
        <p:nvSpPr>
          <p:cNvPr id="10" name="TextBox 9"/>
          <p:cNvSpPr txBox="1"/>
          <p:nvPr/>
        </p:nvSpPr>
        <p:spPr>
          <a:xfrm>
            <a:off x="5688939" y="2624327"/>
            <a:ext cx="2926765" cy="1051560"/>
          </a:xfrm>
          <a:prstGeom prst="rect">
            <a:avLst/>
          </a:prstGeom>
          <a:noFill/>
        </p:spPr>
        <p:txBody>
          <a:bodyPr wrap="square" anchor="b"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a:t>
            </a:r>
          </a:p>
        </p:txBody>
      </p:sp>
      <p:sp>
        <p:nvSpPr>
          <p:cNvPr id="11" name="Chevron 10"/>
          <p:cNvSpPr/>
          <p:nvPr/>
        </p:nvSpPr>
        <p:spPr>
          <a:xfrm>
            <a:off x="8121929" y="3840479"/>
            <a:ext cx="3246805" cy="960120"/>
          </a:xfrm>
          <a:prstGeom prst="chevron">
            <a:avLst/>
          </a:prstGeom>
          <a:solidFill>
            <a:schemeClr val="accent4"/>
          </a:solidFill>
          <a:ln>
            <a:noFill/>
          </a:ln>
          <a:effectLst/>
        </p:spPr>
        <p:txBody>
          <a:bodyPr rtlCol="0" anchor="ctr" wrap="square" lIns="164592" rIns="164592" tIns="109728" bIns="109728"/>
          <a:lstStyle/>
          <a:p>
            <a:pPr algn="ctr"/>
            <a:r>
              <a:rPr sz="1800" b="1">
                <a:solidFill>
                  <a:schemeClr val="tx1"/>
                </a:solidFill>
                <a:latin typeface="+mn-lt"/>
              </a:rPr>
              <a:t>04</a:t>
            </a:r>
          </a:p>
        </p:txBody>
      </p:sp>
      <p:sp>
        <p:nvSpPr>
          <p:cNvPr id="12" name="TextBox 11"/>
          <p:cNvSpPr txBox="1"/>
          <p:nvPr/>
        </p:nvSpPr>
        <p:spPr>
          <a:xfrm>
            <a:off x="8121929" y="4965191"/>
            <a:ext cx="2926765" cy="1051560"/>
          </a:xfrm>
          <a:prstGeom prst="rect">
            <a:avLst/>
          </a:prstGeom>
          <a:noFill/>
        </p:spPr>
        <p:txBody>
          <a:bodyPr wrap="square" anchor="t" lIns="0" rIns="0" tIns="0" bIns="0">
            <a:spAutoFit/>
          </a:bodyPr>
          <a:lstStyle/>
          <a:p>
            <a:pPr algn="ctr"/>
            <a:r>
              <a:rPr sz="1800" b="1">
                <a:solidFill>
                  <a:schemeClr val="tx1"/>
                </a:solidFill>
                <a:latin typeface="+mn-lt"/>
              </a:rPr>
              <a:t>Lorem Ipsum</a:t>
            </a:r>
          </a:p>
          <a:p>
            <a:pPr algn="ctr"/>
            <a:r>
              <a:rPr sz="1400" b="0">
                <a:solidFill>
                  <a:schemeClr val="tx1"/>
                </a:solidFill>
                <a:latin typeface="+mn-lt"/>
              </a:rPr>
              <a:t>Lorem ipsum dolor sit amet consectetur adipiscing elit 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a:t>
            </a:r>
          </a:p>
        </p:txBody>
      </p:sp>
      <p:sp>
        <p:nvSpPr>
          <p:cNvPr id="5" name="Rectangle 4"/>
          <p:cNvSpPr/>
          <p:nvPr/>
        </p:nvSpPr>
        <p:spPr>
          <a:xfrm>
            <a:off x="822960" y="2606039"/>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6" name="Oval 5"/>
          <p:cNvSpPr/>
          <p:nvPr/>
        </p:nvSpPr>
        <p:spPr>
          <a:xfrm>
            <a:off x="3649370" y="2386583"/>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01</a:t>
            </a:r>
          </a:p>
        </p:txBody>
      </p:sp>
      <p:sp>
        <p:nvSpPr>
          <p:cNvPr id="7" name="Rectangle 6"/>
          <p:cNvSpPr/>
          <p:nvPr/>
        </p:nvSpPr>
        <p:spPr>
          <a:xfrm>
            <a:off x="4435754" y="2606039"/>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8" name="Oval 7"/>
          <p:cNvSpPr/>
          <p:nvPr/>
        </p:nvSpPr>
        <p:spPr>
          <a:xfrm>
            <a:off x="7262164" y="2386583"/>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02</a:t>
            </a:r>
          </a:p>
        </p:txBody>
      </p:sp>
      <p:sp>
        <p:nvSpPr>
          <p:cNvPr id="9" name="Rectangle 8"/>
          <p:cNvSpPr/>
          <p:nvPr/>
        </p:nvSpPr>
        <p:spPr>
          <a:xfrm>
            <a:off x="8048548" y="2606039"/>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10" name="Oval 9"/>
          <p:cNvSpPr/>
          <p:nvPr/>
        </p:nvSpPr>
        <p:spPr>
          <a:xfrm>
            <a:off x="10874959" y="2386583"/>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03</a:t>
            </a:r>
          </a:p>
        </p:txBody>
      </p:sp>
      <p:sp>
        <p:nvSpPr>
          <p:cNvPr id="11" name="Rectangle 10"/>
          <p:cNvSpPr/>
          <p:nvPr/>
        </p:nvSpPr>
        <p:spPr>
          <a:xfrm>
            <a:off x="822960" y="4466844"/>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12" name="Oval 11"/>
          <p:cNvSpPr/>
          <p:nvPr/>
        </p:nvSpPr>
        <p:spPr>
          <a:xfrm>
            <a:off x="3649370" y="4247388"/>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06</a:t>
            </a:r>
          </a:p>
        </p:txBody>
      </p:sp>
      <p:sp>
        <p:nvSpPr>
          <p:cNvPr id="13" name="Rectangle 12"/>
          <p:cNvSpPr/>
          <p:nvPr/>
        </p:nvSpPr>
        <p:spPr>
          <a:xfrm>
            <a:off x="4435754" y="4466844"/>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14" name="Oval 13"/>
          <p:cNvSpPr/>
          <p:nvPr/>
        </p:nvSpPr>
        <p:spPr>
          <a:xfrm>
            <a:off x="7262164" y="4247388"/>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05</a:t>
            </a:r>
          </a:p>
        </p:txBody>
      </p:sp>
      <p:sp>
        <p:nvSpPr>
          <p:cNvPr id="15" name="Rectangle 14"/>
          <p:cNvSpPr/>
          <p:nvPr/>
        </p:nvSpPr>
        <p:spPr>
          <a:xfrm>
            <a:off x="8048548" y="4466844"/>
            <a:ext cx="3320186" cy="156819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a:t>
            </a:r>
          </a:p>
        </p:txBody>
      </p:sp>
      <p:sp>
        <p:nvSpPr>
          <p:cNvPr id="16" name="Oval 15"/>
          <p:cNvSpPr/>
          <p:nvPr/>
        </p:nvSpPr>
        <p:spPr>
          <a:xfrm>
            <a:off x="10874959" y="4247388"/>
            <a:ext cx="438912" cy="43891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a:t>
            </a:r>
          </a:p>
        </p:txBody>
      </p:sp>
      <p:sp>
        <p:nvSpPr>
          <p:cNvPr id="5" name="TextBox 4"/>
          <p:cNvSpPr txBox="1"/>
          <p:nvPr/>
        </p:nvSpPr>
        <p:spPr>
          <a:xfrm>
            <a:off x="822960" y="4462272"/>
            <a:ext cx="3246120" cy="347472"/>
          </a:xfrm>
          <a:prstGeom prst="rect">
            <a:avLst/>
          </a:prstGeom>
          <a:noFill/>
        </p:spPr>
        <p:txBody>
          <a:bodyPr wrap="square" anchor="t" lIns="0" rIns="0" tIns="0" bIns="0">
            <a:spAutoFit/>
          </a:bodyPr>
          <a:lstStyle/>
          <a:p>
            <a:pPr algn="l"/>
            <a:r>
              <a:rPr sz="2000" b="1">
                <a:solidFill>
                  <a:schemeClr val="accent3"/>
                </a:solidFill>
                <a:latin typeface="+mj-lt"/>
              </a:rPr>
              <a:t>00</a:t>
            </a:r>
          </a:p>
        </p:txBody>
      </p:sp>
      <p:sp>
        <p:nvSpPr>
          <p:cNvPr id="6" name="Rectangle 5"/>
          <p:cNvSpPr/>
          <p:nvPr/>
        </p:nvSpPr>
        <p:spPr>
          <a:xfrm>
            <a:off x="822960" y="4846320"/>
            <a:ext cx="3246120" cy="1188720"/>
          </a:xfrm>
          <a:prstGeom prst="rect">
            <a:avLst/>
          </a:prstGeom>
          <a:solidFill>
            <a:schemeClr val="accent5"/>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
        <p:nvSpPr>
          <p:cNvPr id="7" name="TextBox 6"/>
          <p:cNvSpPr txBox="1"/>
          <p:nvPr/>
        </p:nvSpPr>
        <p:spPr>
          <a:xfrm>
            <a:off x="3256178" y="3837431"/>
            <a:ext cx="3246120" cy="347472"/>
          </a:xfrm>
          <a:prstGeom prst="rect">
            <a:avLst/>
          </a:prstGeom>
          <a:noFill/>
        </p:spPr>
        <p:txBody>
          <a:bodyPr wrap="square" anchor="t" lIns="0" rIns="0" tIns="0" bIns="0">
            <a:spAutoFit/>
          </a:bodyPr>
          <a:lstStyle/>
          <a:p>
            <a:pPr algn="l"/>
            <a:r>
              <a:rPr sz="2000" b="1">
                <a:solidFill>
                  <a:schemeClr val="accent3"/>
                </a:solidFill>
                <a:latin typeface="+mj-lt"/>
              </a:rPr>
              <a:t>00</a:t>
            </a:r>
          </a:p>
        </p:txBody>
      </p:sp>
      <p:sp>
        <p:nvSpPr>
          <p:cNvPr id="8" name="Rectangle 7"/>
          <p:cNvSpPr/>
          <p:nvPr/>
        </p:nvSpPr>
        <p:spPr>
          <a:xfrm>
            <a:off x="3256178" y="4221480"/>
            <a:ext cx="3246120" cy="1188720"/>
          </a:xfrm>
          <a:prstGeom prst="rect">
            <a:avLst/>
          </a:prstGeom>
          <a:solidFill>
            <a:schemeClr val="accent4"/>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
        <p:nvSpPr>
          <p:cNvPr id="9" name="TextBox 8"/>
          <p:cNvSpPr txBox="1"/>
          <p:nvPr/>
        </p:nvSpPr>
        <p:spPr>
          <a:xfrm>
            <a:off x="5689396" y="3212591"/>
            <a:ext cx="3246120" cy="347472"/>
          </a:xfrm>
          <a:prstGeom prst="rect">
            <a:avLst/>
          </a:prstGeom>
          <a:noFill/>
        </p:spPr>
        <p:txBody>
          <a:bodyPr wrap="square" anchor="t" lIns="0" rIns="0" tIns="0" bIns="0">
            <a:spAutoFit/>
          </a:bodyPr>
          <a:lstStyle/>
          <a:p>
            <a:pPr algn="l"/>
            <a:r>
              <a:rPr sz="2000" b="1">
                <a:solidFill>
                  <a:schemeClr val="accent3"/>
                </a:solidFill>
                <a:latin typeface="+mj-lt"/>
              </a:rPr>
              <a:t>00</a:t>
            </a:r>
          </a:p>
        </p:txBody>
      </p:sp>
      <p:sp>
        <p:nvSpPr>
          <p:cNvPr id="10" name="Rectangle 9"/>
          <p:cNvSpPr/>
          <p:nvPr/>
        </p:nvSpPr>
        <p:spPr>
          <a:xfrm>
            <a:off x="5689396" y="3596639"/>
            <a:ext cx="3246120" cy="1188720"/>
          </a:xfrm>
          <a:prstGeom prst="rect">
            <a:avLst/>
          </a:prstGeom>
          <a:solidFill>
            <a:schemeClr val="accent3"/>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
        <p:nvSpPr>
          <p:cNvPr id="11" name="TextBox 10"/>
          <p:cNvSpPr txBox="1"/>
          <p:nvPr/>
        </p:nvSpPr>
        <p:spPr>
          <a:xfrm>
            <a:off x="8122615" y="2587751"/>
            <a:ext cx="3246120" cy="347472"/>
          </a:xfrm>
          <a:prstGeom prst="rect">
            <a:avLst/>
          </a:prstGeom>
          <a:noFill/>
        </p:spPr>
        <p:txBody>
          <a:bodyPr wrap="square" anchor="t" lIns="0" rIns="0" tIns="0" bIns="0">
            <a:spAutoFit/>
          </a:bodyPr>
          <a:lstStyle/>
          <a:p>
            <a:pPr algn="l"/>
            <a:r>
              <a:rPr sz="2000" b="1">
                <a:solidFill>
                  <a:schemeClr val="accent3"/>
                </a:solidFill>
                <a:latin typeface="+mj-lt"/>
              </a:rPr>
              <a:t>00</a:t>
            </a:r>
          </a:p>
        </p:txBody>
      </p:sp>
      <p:sp>
        <p:nvSpPr>
          <p:cNvPr id="12" name="Rectangle 11"/>
          <p:cNvSpPr/>
          <p:nvPr/>
        </p:nvSpPr>
        <p:spPr>
          <a:xfrm>
            <a:off x="8122615" y="2971799"/>
            <a:ext cx="3246120" cy="1188720"/>
          </a:xfrm>
          <a:prstGeom prst="rect">
            <a:avLst/>
          </a:prstGeom>
          <a:solidFill>
            <a:schemeClr val="accent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Oval 3"/>
          <p:cNvSpPr/>
          <p:nvPr/>
        </p:nvSpPr>
        <p:spPr>
          <a:xfrm>
            <a:off x="4769967" y="2674620"/>
            <a:ext cx="2651760" cy="2651760"/>
          </a:xfrm>
          <a:prstGeom prst="ellipse">
            <a:avLst/>
          </a:prstGeom>
          <a:solidFill>
            <a:schemeClr val="accent5"/>
          </a:solidFill>
          <a:ln>
            <a:noFill/>
          </a:ln>
          <a:effectLst/>
        </p:spPr>
        <p:txBody>
          <a:bodyPr rtlCol="0" anchor="ctr"/>
          <a:lstStyle/>
          <a:p>
            <a:pPr algn="ctr"/>
          </a:p>
        </p:txBody>
      </p:sp>
      <p:sp>
        <p:nvSpPr>
          <p:cNvPr id="5" name="Oval 4"/>
          <p:cNvSpPr/>
          <p:nvPr/>
        </p:nvSpPr>
        <p:spPr>
          <a:xfrm>
            <a:off x="5090007" y="2994660"/>
            <a:ext cx="2011680" cy="2011680"/>
          </a:xfrm>
          <a:prstGeom prst="ellipse">
            <a:avLst/>
          </a:prstGeom>
          <a:solidFill>
            <a:schemeClr val="accent4"/>
          </a:solidFill>
          <a:ln>
            <a:noFill/>
          </a:ln>
          <a:effectLst/>
        </p:spPr>
        <p:txBody>
          <a:bodyPr rtlCol="0" anchor="ctr" wrap="square" lIns="164592" rIns="164592" tIns="109728" bIns="109728"/>
          <a:lstStyle/>
          <a:p>
            <a:pPr algn="ctr"/>
            <a:r>
              <a:rPr sz="1800" b="1">
                <a:solidFill>
                  <a:schemeClr val="tx1"/>
                </a:solidFill>
                <a:latin typeface="+mn-lt"/>
              </a:rPr>
              <a:t>Lorem Ipsum</a:t>
            </a:r>
          </a:p>
        </p:txBody>
      </p:sp>
      <p:sp>
        <p:nvSpPr>
          <p:cNvPr id="6" name="Rectangle 5"/>
          <p:cNvSpPr/>
          <p:nvPr/>
        </p:nvSpPr>
        <p:spPr>
          <a:xfrm>
            <a:off x="4251960" y="2569464"/>
            <a:ext cx="389991" cy="27432"/>
          </a:xfrm>
          <a:prstGeom prst="rect">
            <a:avLst/>
          </a:prstGeom>
          <a:solidFill>
            <a:schemeClr val="accent4"/>
          </a:solidFill>
          <a:ln>
            <a:noFill/>
          </a:ln>
          <a:effectLst/>
        </p:spPr>
        <p:txBody>
          <a:bodyPr rtlCol="0" anchor="ctr"/>
          <a:lstStyle/>
          <a:p>
            <a:pPr algn="ctr"/>
          </a:p>
        </p:txBody>
      </p:sp>
      <p:sp>
        <p:nvSpPr>
          <p:cNvPr id="7" name="Rectangle 6"/>
          <p:cNvSpPr/>
          <p:nvPr/>
        </p:nvSpPr>
        <p:spPr>
          <a:xfrm>
            <a:off x="7549743" y="2569464"/>
            <a:ext cx="389991" cy="27432"/>
          </a:xfrm>
          <a:prstGeom prst="rect">
            <a:avLst/>
          </a:prstGeom>
          <a:solidFill>
            <a:schemeClr val="accent4"/>
          </a:solidFill>
          <a:ln>
            <a:noFill/>
          </a:ln>
          <a:effectLst/>
        </p:spPr>
        <p:txBody>
          <a:bodyPr rtlCol="0" anchor="ctr"/>
          <a:lstStyle/>
          <a:p>
            <a:pPr algn="ctr"/>
          </a:p>
        </p:txBody>
      </p:sp>
      <p:sp>
        <p:nvSpPr>
          <p:cNvPr id="8" name="TextBox 7"/>
          <p:cNvSpPr txBox="1"/>
          <p:nvPr/>
        </p:nvSpPr>
        <p:spPr>
          <a:xfrm>
            <a:off x="822960" y="2016252"/>
            <a:ext cx="3246120" cy="1133856"/>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 consectetur adipiscing elit sed do</a:t>
            </a:r>
          </a:p>
        </p:txBody>
      </p:sp>
      <p:sp>
        <p:nvSpPr>
          <p:cNvPr id="9" name="TextBox 8"/>
          <p:cNvSpPr txBox="1"/>
          <p:nvPr/>
        </p:nvSpPr>
        <p:spPr>
          <a:xfrm>
            <a:off x="8122615" y="2016252"/>
            <a:ext cx="3246120" cy="1133856"/>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a:t>
            </a:r>
          </a:p>
        </p:txBody>
      </p:sp>
      <p:sp>
        <p:nvSpPr>
          <p:cNvPr id="10" name="Rectangle 9"/>
          <p:cNvSpPr/>
          <p:nvPr/>
        </p:nvSpPr>
        <p:spPr>
          <a:xfrm>
            <a:off x="4251960" y="3986784"/>
            <a:ext cx="389991" cy="27432"/>
          </a:xfrm>
          <a:prstGeom prst="rect">
            <a:avLst/>
          </a:prstGeom>
          <a:solidFill>
            <a:schemeClr val="accent4"/>
          </a:solidFill>
          <a:ln>
            <a:noFill/>
          </a:ln>
          <a:effectLst/>
        </p:spPr>
        <p:txBody>
          <a:bodyPr rtlCol="0" anchor="ctr"/>
          <a:lstStyle/>
          <a:p>
            <a:pPr algn="ctr"/>
          </a:p>
        </p:txBody>
      </p:sp>
      <p:sp>
        <p:nvSpPr>
          <p:cNvPr id="11" name="Rectangle 10"/>
          <p:cNvSpPr/>
          <p:nvPr/>
        </p:nvSpPr>
        <p:spPr>
          <a:xfrm>
            <a:off x="7549743" y="3986784"/>
            <a:ext cx="389991" cy="27432"/>
          </a:xfrm>
          <a:prstGeom prst="rect">
            <a:avLst/>
          </a:prstGeom>
          <a:solidFill>
            <a:schemeClr val="accent4"/>
          </a:solidFill>
          <a:ln>
            <a:noFill/>
          </a:ln>
          <a:effectLst/>
        </p:spPr>
        <p:txBody>
          <a:bodyPr rtlCol="0" anchor="ctr"/>
          <a:lstStyle/>
          <a:p>
            <a:pPr algn="ctr"/>
          </a:p>
        </p:txBody>
      </p:sp>
      <p:sp>
        <p:nvSpPr>
          <p:cNvPr id="12" name="TextBox 11"/>
          <p:cNvSpPr txBox="1"/>
          <p:nvPr/>
        </p:nvSpPr>
        <p:spPr>
          <a:xfrm>
            <a:off x="822960" y="3433572"/>
            <a:ext cx="3246120" cy="1133856"/>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 consectetur adipiscing elit sed do</a:t>
            </a:r>
          </a:p>
        </p:txBody>
      </p:sp>
      <p:sp>
        <p:nvSpPr>
          <p:cNvPr id="13" name="TextBox 12"/>
          <p:cNvSpPr txBox="1"/>
          <p:nvPr/>
        </p:nvSpPr>
        <p:spPr>
          <a:xfrm>
            <a:off x="8122615" y="3433572"/>
            <a:ext cx="3246120" cy="1133856"/>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a:t>
            </a:r>
          </a:p>
        </p:txBody>
      </p:sp>
      <p:sp>
        <p:nvSpPr>
          <p:cNvPr id="14" name="Rectangle 13"/>
          <p:cNvSpPr/>
          <p:nvPr/>
        </p:nvSpPr>
        <p:spPr>
          <a:xfrm>
            <a:off x="4251960" y="5404104"/>
            <a:ext cx="389991" cy="27432"/>
          </a:xfrm>
          <a:prstGeom prst="rect">
            <a:avLst/>
          </a:prstGeom>
          <a:solidFill>
            <a:schemeClr val="accent4"/>
          </a:solidFill>
          <a:ln>
            <a:noFill/>
          </a:ln>
          <a:effectLst/>
        </p:spPr>
        <p:txBody>
          <a:bodyPr rtlCol="0" anchor="ctr"/>
          <a:lstStyle/>
          <a:p>
            <a:pPr algn="ctr"/>
          </a:p>
        </p:txBody>
      </p:sp>
      <p:sp>
        <p:nvSpPr>
          <p:cNvPr id="15" name="Rectangle 14"/>
          <p:cNvSpPr/>
          <p:nvPr/>
        </p:nvSpPr>
        <p:spPr>
          <a:xfrm>
            <a:off x="7549743" y="5404104"/>
            <a:ext cx="389991" cy="27432"/>
          </a:xfrm>
          <a:prstGeom prst="rect">
            <a:avLst/>
          </a:prstGeom>
          <a:solidFill>
            <a:schemeClr val="accent4"/>
          </a:solidFill>
          <a:ln>
            <a:noFill/>
          </a:ln>
          <a:effectLst/>
        </p:spPr>
        <p:txBody>
          <a:bodyPr rtlCol="0" anchor="ctr"/>
          <a:lstStyle/>
          <a:p>
            <a:pPr algn="ctr"/>
          </a:p>
        </p:txBody>
      </p:sp>
      <p:sp>
        <p:nvSpPr>
          <p:cNvPr id="16" name="TextBox 15"/>
          <p:cNvSpPr txBox="1"/>
          <p:nvPr/>
        </p:nvSpPr>
        <p:spPr>
          <a:xfrm>
            <a:off x="822960" y="4850892"/>
            <a:ext cx="3246120" cy="1133856"/>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 consectetur adipiscing elit sed do</a:t>
            </a:r>
          </a:p>
        </p:txBody>
      </p:sp>
      <p:sp>
        <p:nvSpPr>
          <p:cNvPr id="17" name="TextBox 16"/>
          <p:cNvSpPr txBox="1"/>
          <p:nvPr/>
        </p:nvSpPr>
        <p:spPr>
          <a:xfrm>
            <a:off x="8122615" y="4850892"/>
            <a:ext cx="3246120" cy="1133856"/>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6407685" y="1965960"/>
            <a:ext cx="2732172" cy="941831"/>
          </a:xfrm>
          <a:prstGeom prst="rect">
            <a:avLst/>
          </a:prstGeom>
          <a:solidFill>
            <a:schemeClr val="accent6"/>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5" name="TextBox 4"/>
          <p:cNvSpPr txBox="1"/>
          <p:nvPr/>
        </p:nvSpPr>
        <p:spPr>
          <a:xfrm>
            <a:off x="822960" y="1965960"/>
            <a:ext cx="3063240" cy="941831"/>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6" name="Rectangle 5"/>
          <p:cNvSpPr/>
          <p:nvPr/>
        </p:nvSpPr>
        <p:spPr>
          <a:xfrm>
            <a:off x="5664726" y="3008376"/>
            <a:ext cx="4218090" cy="941831"/>
          </a:xfrm>
          <a:prstGeom prst="rect">
            <a:avLst/>
          </a:prstGeom>
          <a:solidFill>
            <a:schemeClr val="accent1"/>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7" name="TextBox 6"/>
          <p:cNvSpPr txBox="1"/>
          <p:nvPr/>
        </p:nvSpPr>
        <p:spPr>
          <a:xfrm>
            <a:off x="822960" y="3008376"/>
            <a:ext cx="3063240" cy="941831"/>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8" name="Rectangle 7"/>
          <p:cNvSpPr/>
          <p:nvPr/>
        </p:nvSpPr>
        <p:spPr>
          <a:xfrm>
            <a:off x="4921767" y="4050791"/>
            <a:ext cx="5704008" cy="941831"/>
          </a:xfrm>
          <a:prstGeom prst="rect">
            <a:avLst/>
          </a:prstGeom>
          <a:solidFill>
            <a:schemeClr val="accent2"/>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9" name="TextBox 8"/>
          <p:cNvSpPr txBox="1"/>
          <p:nvPr/>
        </p:nvSpPr>
        <p:spPr>
          <a:xfrm>
            <a:off x="822960" y="4050791"/>
            <a:ext cx="3063240" cy="941831"/>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10" name="Rectangle 9"/>
          <p:cNvSpPr/>
          <p:nvPr/>
        </p:nvSpPr>
        <p:spPr>
          <a:xfrm>
            <a:off x="4178808" y="5093208"/>
            <a:ext cx="7189927" cy="941831"/>
          </a:xfrm>
          <a:prstGeom prst="rect">
            <a:avLst/>
          </a:prstGeom>
          <a:solidFill>
            <a:schemeClr val="accent3"/>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11" name="TextBox 10"/>
          <p:cNvSpPr txBox="1"/>
          <p:nvPr/>
        </p:nvSpPr>
        <p:spPr>
          <a:xfrm>
            <a:off x="822960" y="5093208"/>
            <a:ext cx="3063240" cy="941831"/>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965960"/>
            <a:ext cx="3063240" cy="347472"/>
          </a:xfrm>
          <a:prstGeom prst="rect">
            <a:avLst/>
          </a:prstGeom>
          <a:noFill/>
        </p:spPr>
        <p:txBody>
          <a:bodyPr wrap="square" anchor="t" lIns="0" rIns="0" tIns="0" bIns="0">
            <a:spAutoFit/>
          </a:bodyPr>
          <a:lstStyle/>
          <a:p>
            <a:pPr algn="r"/>
            <a:r>
              <a:rPr sz="1800" b="1">
                <a:solidFill>
                  <a:schemeClr val="tx1"/>
                </a:solidFill>
                <a:latin typeface="+mn-lt"/>
              </a:rPr>
              <a:t>Lorem Ipsum</a:t>
            </a:r>
          </a:p>
        </p:txBody>
      </p:sp>
      <p:sp>
        <p:nvSpPr>
          <p:cNvPr id="5" name="TextBox 4"/>
          <p:cNvSpPr txBox="1"/>
          <p:nvPr/>
        </p:nvSpPr>
        <p:spPr>
          <a:xfrm>
            <a:off x="8305495" y="1965960"/>
            <a:ext cx="3063240"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6" name="Rectangle 5"/>
          <p:cNvSpPr/>
          <p:nvPr/>
        </p:nvSpPr>
        <p:spPr>
          <a:xfrm>
            <a:off x="4178808" y="2496312"/>
            <a:ext cx="3834079" cy="809243"/>
          </a:xfrm>
          <a:prstGeom prst="rect">
            <a:avLst/>
          </a:prstGeom>
          <a:solidFill>
            <a:schemeClr val="accent1"/>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7" name="TextBox 6"/>
          <p:cNvSpPr txBox="1"/>
          <p:nvPr/>
        </p:nvSpPr>
        <p:spPr>
          <a:xfrm>
            <a:off x="822960" y="2496312"/>
            <a:ext cx="3063240" cy="809243"/>
          </a:xfrm>
          <a:prstGeom prst="rect">
            <a:avLst/>
          </a:prstGeom>
          <a:noFill/>
        </p:spPr>
        <p:txBody>
          <a:bodyPr wrap="square" anchor="ctr" lIns="0" rIns="0" tIns="0" bIns="0">
            <a:spAutoFit/>
          </a:bodyPr>
          <a:lstStyle/>
          <a:p>
            <a:pPr algn="r"/>
            <a:r>
              <a:rPr sz="1400" b="0">
                <a:solidFill>
                  <a:schemeClr val="tx1"/>
                </a:solidFill>
                <a:latin typeface="+mn-lt"/>
              </a:rPr>
              <a:t>Lorem ipsum dolor sit amet consectetur adipiscing elit sed do</a:t>
            </a:r>
          </a:p>
        </p:txBody>
      </p:sp>
      <p:sp>
        <p:nvSpPr>
          <p:cNvPr id="8" name="TextBox 7"/>
          <p:cNvSpPr txBox="1"/>
          <p:nvPr/>
        </p:nvSpPr>
        <p:spPr>
          <a:xfrm>
            <a:off x="8305495" y="2496312"/>
            <a:ext cx="3063240" cy="809243"/>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a:t>
            </a:r>
          </a:p>
        </p:txBody>
      </p:sp>
      <p:sp>
        <p:nvSpPr>
          <p:cNvPr id="9" name="Rectangle 8"/>
          <p:cNvSpPr/>
          <p:nvPr/>
        </p:nvSpPr>
        <p:spPr>
          <a:xfrm>
            <a:off x="4549435" y="3406139"/>
            <a:ext cx="3092823" cy="809243"/>
          </a:xfrm>
          <a:prstGeom prst="rect">
            <a:avLst/>
          </a:prstGeom>
          <a:solidFill>
            <a:schemeClr val="accent2"/>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10" name="TextBox 9"/>
          <p:cNvSpPr txBox="1"/>
          <p:nvPr/>
        </p:nvSpPr>
        <p:spPr>
          <a:xfrm>
            <a:off x="822960" y="3406139"/>
            <a:ext cx="3063240" cy="809243"/>
          </a:xfrm>
          <a:prstGeom prst="rect">
            <a:avLst/>
          </a:prstGeom>
          <a:noFill/>
        </p:spPr>
        <p:txBody>
          <a:bodyPr wrap="square" anchor="ctr" lIns="0" rIns="0" tIns="0" bIns="0">
            <a:spAutoFit/>
          </a:bodyPr>
          <a:lstStyle/>
          <a:p>
            <a:pPr algn="r"/>
            <a:r>
              <a:rPr sz="1400" b="0">
                <a:solidFill>
                  <a:schemeClr val="tx1"/>
                </a:solidFill>
                <a:latin typeface="+mn-lt"/>
              </a:rPr>
              <a:t>Lorem ipsum dolor sit amet consectetur adipiscing elit sed do</a:t>
            </a:r>
          </a:p>
        </p:txBody>
      </p:sp>
      <p:sp>
        <p:nvSpPr>
          <p:cNvPr id="11" name="TextBox 10"/>
          <p:cNvSpPr txBox="1"/>
          <p:nvPr/>
        </p:nvSpPr>
        <p:spPr>
          <a:xfrm>
            <a:off x="8305495" y="3406139"/>
            <a:ext cx="3063240" cy="809243"/>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a:t>
            </a:r>
          </a:p>
        </p:txBody>
      </p:sp>
      <p:sp>
        <p:nvSpPr>
          <p:cNvPr id="12" name="Rectangle 11"/>
          <p:cNvSpPr/>
          <p:nvPr/>
        </p:nvSpPr>
        <p:spPr>
          <a:xfrm>
            <a:off x="4920063" y="4315968"/>
            <a:ext cx="2351568" cy="809243"/>
          </a:xfrm>
          <a:prstGeom prst="rect">
            <a:avLst/>
          </a:prstGeom>
          <a:solidFill>
            <a:schemeClr val="accent3"/>
          </a:solidFill>
          <a:ln>
            <a:noFill/>
          </a:ln>
          <a:effectLst/>
        </p:spPr>
        <p:txBody>
          <a:bodyPr rtlCol="0" anchor="ctr" wrap="square" lIns="164592" rIns="164592" tIns="109728" bIns="109728"/>
          <a:lstStyle/>
          <a:p>
            <a:pPr algn="ctr"/>
            <a:r>
              <a:rPr sz="1800" b="1">
                <a:solidFill>
                  <a:schemeClr val="tx1"/>
                </a:solidFill>
                <a:latin typeface="+mn-lt"/>
              </a:rPr>
              <a:t>Lorem Ipsum</a:t>
            </a:r>
          </a:p>
        </p:txBody>
      </p:sp>
      <p:sp>
        <p:nvSpPr>
          <p:cNvPr id="13" name="TextBox 12"/>
          <p:cNvSpPr txBox="1"/>
          <p:nvPr/>
        </p:nvSpPr>
        <p:spPr>
          <a:xfrm>
            <a:off x="822960" y="4315968"/>
            <a:ext cx="3063240" cy="809243"/>
          </a:xfrm>
          <a:prstGeom prst="rect">
            <a:avLst/>
          </a:prstGeom>
          <a:noFill/>
        </p:spPr>
        <p:txBody>
          <a:bodyPr wrap="square" anchor="ctr" lIns="0" rIns="0" tIns="0" bIns="0">
            <a:spAutoFit/>
          </a:bodyPr>
          <a:lstStyle/>
          <a:p>
            <a:pPr algn="r"/>
            <a:r>
              <a:rPr sz="1400" b="0">
                <a:solidFill>
                  <a:schemeClr val="tx1"/>
                </a:solidFill>
                <a:latin typeface="+mn-lt"/>
              </a:rPr>
              <a:t>Lorem ipsum dolor sit amet consectetur adipiscing elit sed do</a:t>
            </a:r>
          </a:p>
        </p:txBody>
      </p:sp>
      <p:sp>
        <p:nvSpPr>
          <p:cNvPr id="14" name="TextBox 13"/>
          <p:cNvSpPr txBox="1"/>
          <p:nvPr/>
        </p:nvSpPr>
        <p:spPr>
          <a:xfrm>
            <a:off x="8305495" y="4315968"/>
            <a:ext cx="3063240" cy="809243"/>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a:t>
            </a:r>
          </a:p>
        </p:txBody>
      </p:sp>
      <p:sp>
        <p:nvSpPr>
          <p:cNvPr id="15" name="Rectangle 14"/>
          <p:cNvSpPr/>
          <p:nvPr/>
        </p:nvSpPr>
        <p:spPr>
          <a:xfrm>
            <a:off x="5290690" y="5225796"/>
            <a:ext cx="1610313" cy="809243"/>
          </a:xfrm>
          <a:prstGeom prst="rect">
            <a:avLst/>
          </a:prstGeom>
          <a:solidFill>
            <a:schemeClr val="accent4"/>
          </a:solidFill>
          <a:ln>
            <a:noFill/>
          </a:ln>
          <a:effectLst/>
        </p:spPr>
        <p:txBody>
          <a:bodyPr rtlCol="0" anchor="ctr" wrap="square" lIns="164592" rIns="164592" tIns="109728" bIns="109728"/>
          <a:lstStyle/>
          <a:p>
            <a:pPr algn="ctr"/>
            <a:r>
              <a:rPr sz="1800" b="1">
                <a:solidFill>
                  <a:schemeClr val="tx1"/>
                </a:solidFill>
                <a:latin typeface="+mn-lt"/>
              </a:rPr>
              <a:t>Lorem Ipsum</a:t>
            </a:r>
          </a:p>
        </p:txBody>
      </p:sp>
      <p:sp>
        <p:nvSpPr>
          <p:cNvPr id="16" name="TextBox 15"/>
          <p:cNvSpPr txBox="1"/>
          <p:nvPr/>
        </p:nvSpPr>
        <p:spPr>
          <a:xfrm>
            <a:off x="822960" y="5225796"/>
            <a:ext cx="3063240" cy="809243"/>
          </a:xfrm>
          <a:prstGeom prst="rect">
            <a:avLst/>
          </a:prstGeom>
          <a:noFill/>
        </p:spPr>
        <p:txBody>
          <a:bodyPr wrap="square" anchor="ctr" lIns="0" rIns="0" tIns="0" bIns="0">
            <a:spAutoFit/>
          </a:bodyPr>
          <a:lstStyle/>
          <a:p>
            <a:pPr algn="r"/>
            <a:r>
              <a:rPr sz="1400" b="0">
                <a:solidFill>
                  <a:schemeClr val="tx1"/>
                </a:solidFill>
                <a:latin typeface="+mn-lt"/>
              </a:rPr>
              <a:t>Lorem ipsum dolor sit amet consectetur adipiscing elit sed do</a:t>
            </a:r>
          </a:p>
        </p:txBody>
      </p:sp>
      <p:sp>
        <p:nvSpPr>
          <p:cNvPr id="17" name="TextBox 16"/>
          <p:cNvSpPr txBox="1"/>
          <p:nvPr/>
        </p:nvSpPr>
        <p:spPr>
          <a:xfrm>
            <a:off x="8305495" y="5225796"/>
            <a:ext cx="3063240" cy="809243"/>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a:t>
            </a:r>
          </a:p>
        </p:txBody>
      </p:sp>
      <p:sp>
        <p:nvSpPr>
          <p:cNvPr id="5" name="TextBox 4"/>
          <p:cNvSpPr txBox="1"/>
          <p:nvPr/>
        </p:nvSpPr>
        <p:spPr>
          <a:xfrm>
            <a:off x="1984248" y="2606039"/>
            <a:ext cx="2933090"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6" name="TextBox 5"/>
          <p:cNvSpPr txBox="1"/>
          <p:nvPr/>
        </p:nvSpPr>
        <p:spPr>
          <a:xfrm>
            <a:off x="5209946" y="2606039"/>
            <a:ext cx="2933090"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7" name="TextBox 6"/>
          <p:cNvSpPr txBox="1"/>
          <p:nvPr/>
        </p:nvSpPr>
        <p:spPr>
          <a:xfrm>
            <a:off x="8435644" y="2606039"/>
            <a:ext cx="2933090"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8" name="Rectangle 7"/>
          <p:cNvSpPr/>
          <p:nvPr/>
        </p:nvSpPr>
        <p:spPr>
          <a:xfrm>
            <a:off x="822960" y="3118103"/>
            <a:ext cx="868680" cy="1357884"/>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9" name="Rectangle 8"/>
          <p:cNvSpPr/>
          <p:nvPr/>
        </p:nvSpPr>
        <p:spPr>
          <a:xfrm>
            <a:off x="1984248" y="3118103"/>
            <a:ext cx="2933090" cy="1357884"/>
          </a:xfrm>
          <a:prstGeom prst="rect">
            <a:avLst/>
          </a:prstGeom>
          <a:solidFill>
            <a:schemeClr val="accent5"/>
          </a:solidFill>
          <a:ln>
            <a:noFill/>
          </a:ln>
          <a:effectLst/>
        </p:spPr>
        <p:txBody>
          <a:bodyPr rtlCol="0" anchor="t" lIns="164592" rIns="164592" tIns="109728" bIns="109728" wrap="square"/>
          <a:lstStyle/>
          <a:p>
            <a:pPr algn="l">
              <a:spcAft>
                <a:spcPts val="400"/>
              </a:spcAft>
            </a:pPr>
            <a:r>
              <a:rPr sz="1800" b="1">
                <a:solidFill>
                  <a:schemeClr val="tx1"/>
                </a:solidFill>
                <a:latin typeface="+mn-lt"/>
              </a:rPr>
              <a:t>1A</a:t>
            </a:r>
          </a:p>
          <a:p>
            <a:pPr algn="l">
              <a:spcAft>
                <a:spcPts val="400"/>
              </a:spcAft>
            </a:pPr>
            <a:r>
              <a:rPr sz="1400" b="0">
                <a:solidFill>
                  <a:schemeClr val="tx1"/>
                </a:solidFill>
                <a:latin typeface="+mn-lt"/>
              </a:rPr>
              <a:t>Lorem ipsum dolor sit amet consectetur adipiscing elit sed</a:t>
            </a:r>
          </a:p>
        </p:txBody>
      </p:sp>
      <p:sp>
        <p:nvSpPr>
          <p:cNvPr id="10" name="Rectangle 9"/>
          <p:cNvSpPr/>
          <p:nvPr/>
        </p:nvSpPr>
        <p:spPr>
          <a:xfrm>
            <a:off x="5209946" y="3118103"/>
            <a:ext cx="2933090" cy="1357884"/>
          </a:xfrm>
          <a:prstGeom prst="rect">
            <a:avLst/>
          </a:prstGeom>
          <a:solidFill>
            <a:schemeClr val="accent4"/>
          </a:solidFill>
          <a:ln>
            <a:noFill/>
          </a:ln>
          <a:effectLst/>
        </p:spPr>
        <p:txBody>
          <a:bodyPr rtlCol="0" anchor="t" lIns="164592" rIns="164592" tIns="109728" bIns="109728" wrap="square"/>
          <a:lstStyle/>
          <a:p>
            <a:pPr algn="l">
              <a:spcAft>
                <a:spcPts val="400"/>
              </a:spcAft>
            </a:pPr>
            <a:r>
              <a:rPr sz="1800" b="1">
                <a:solidFill>
                  <a:schemeClr val="tx1"/>
                </a:solidFill>
                <a:latin typeface="+mn-lt"/>
              </a:rPr>
              <a:t>1B</a:t>
            </a:r>
          </a:p>
          <a:p>
            <a:pPr algn="l">
              <a:spcAft>
                <a:spcPts val="400"/>
              </a:spcAft>
            </a:pPr>
            <a:r>
              <a:rPr sz="1400" b="0">
                <a:solidFill>
                  <a:schemeClr val="tx1"/>
                </a:solidFill>
                <a:latin typeface="+mn-lt"/>
              </a:rPr>
              <a:t>Lorem ipsum dolor sit amet consectetur adipiscing elit sed</a:t>
            </a:r>
          </a:p>
        </p:txBody>
      </p:sp>
      <p:sp>
        <p:nvSpPr>
          <p:cNvPr id="11" name="Rectangle 10"/>
          <p:cNvSpPr/>
          <p:nvPr/>
        </p:nvSpPr>
        <p:spPr>
          <a:xfrm>
            <a:off x="8435644" y="3118103"/>
            <a:ext cx="2933090" cy="1357884"/>
          </a:xfrm>
          <a:prstGeom prst="rect">
            <a:avLst/>
          </a:prstGeom>
          <a:solidFill>
            <a:schemeClr val="accent3"/>
          </a:solidFill>
          <a:ln>
            <a:noFill/>
          </a:ln>
          <a:effectLst/>
        </p:spPr>
        <p:txBody>
          <a:bodyPr rtlCol="0" anchor="t" lIns="164592" rIns="164592" tIns="109728" bIns="109728" wrap="square"/>
          <a:lstStyle/>
          <a:p>
            <a:pPr algn="l">
              <a:spcAft>
                <a:spcPts val="400"/>
              </a:spcAft>
            </a:pPr>
            <a:r>
              <a:rPr sz="1800" b="1">
                <a:solidFill>
                  <a:schemeClr val="tx1"/>
                </a:solidFill>
                <a:latin typeface="+mn-lt"/>
              </a:rPr>
              <a:t>1C</a:t>
            </a:r>
          </a:p>
          <a:p>
            <a:pPr algn="l">
              <a:spcAft>
                <a:spcPts val="400"/>
              </a:spcAft>
            </a:pPr>
            <a:r>
              <a:rPr sz="1400" b="0">
                <a:solidFill>
                  <a:schemeClr val="tx1"/>
                </a:solidFill>
                <a:latin typeface="+mn-lt"/>
              </a:rPr>
              <a:t>Lorem ipsum dolor sit amet consectetur adipiscing elit sed</a:t>
            </a:r>
          </a:p>
        </p:txBody>
      </p:sp>
      <p:sp>
        <p:nvSpPr>
          <p:cNvPr id="12" name="Rectangle 11"/>
          <p:cNvSpPr/>
          <p:nvPr/>
        </p:nvSpPr>
        <p:spPr>
          <a:xfrm>
            <a:off x="822960" y="4677155"/>
            <a:ext cx="868680" cy="1357884"/>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13" name="Rectangle 12"/>
          <p:cNvSpPr/>
          <p:nvPr/>
        </p:nvSpPr>
        <p:spPr>
          <a:xfrm>
            <a:off x="1984248" y="4677155"/>
            <a:ext cx="2933090" cy="1357884"/>
          </a:xfrm>
          <a:prstGeom prst="rect">
            <a:avLst/>
          </a:prstGeom>
          <a:solidFill>
            <a:schemeClr val="accent4"/>
          </a:solidFill>
          <a:ln>
            <a:noFill/>
          </a:ln>
          <a:effectLst/>
        </p:spPr>
        <p:txBody>
          <a:bodyPr rtlCol="0" anchor="t" lIns="164592" rIns="164592" tIns="109728" bIns="109728" wrap="square"/>
          <a:lstStyle/>
          <a:p>
            <a:pPr algn="l">
              <a:spcAft>
                <a:spcPts val="400"/>
              </a:spcAft>
            </a:pPr>
            <a:r>
              <a:rPr sz="1800" b="1">
                <a:solidFill>
                  <a:schemeClr val="tx1"/>
                </a:solidFill>
                <a:latin typeface="+mn-lt"/>
              </a:rPr>
              <a:t>2A</a:t>
            </a:r>
          </a:p>
          <a:p>
            <a:pPr algn="l">
              <a:spcAft>
                <a:spcPts val="400"/>
              </a:spcAft>
            </a:pPr>
            <a:r>
              <a:rPr sz="1400" b="0">
                <a:solidFill>
                  <a:schemeClr val="tx1"/>
                </a:solidFill>
                <a:latin typeface="+mn-lt"/>
              </a:rPr>
              <a:t>Lorem ipsum dolor sit amet consectetur adipiscing elit sed</a:t>
            </a:r>
          </a:p>
        </p:txBody>
      </p:sp>
      <p:sp>
        <p:nvSpPr>
          <p:cNvPr id="14" name="Rectangle 13"/>
          <p:cNvSpPr/>
          <p:nvPr/>
        </p:nvSpPr>
        <p:spPr>
          <a:xfrm>
            <a:off x="5209946" y="4677155"/>
            <a:ext cx="2933090" cy="1357884"/>
          </a:xfrm>
          <a:prstGeom prst="rect">
            <a:avLst/>
          </a:prstGeom>
          <a:solidFill>
            <a:schemeClr val="accent3"/>
          </a:solidFill>
          <a:ln>
            <a:noFill/>
          </a:ln>
          <a:effectLst/>
        </p:spPr>
        <p:txBody>
          <a:bodyPr rtlCol="0" anchor="t" lIns="164592" rIns="164592" tIns="109728" bIns="109728" wrap="square"/>
          <a:lstStyle/>
          <a:p>
            <a:pPr algn="l">
              <a:spcAft>
                <a:spcPts val="400"/>
              </a:spcAft>
            </a:pPr>
            <a:r>
              <a:rPr sz="1800" b="1">
                <a:solidFill>
                  <a:schemeClr val="tx1"/>
                </a:solidFill>
                <a:latin typeface="+mn-lt"/>
              </a:rPr>
              <a:t>2B</a:t>
            </a:r>
          </a:p>
          <a:p>
            <a:pPr algn="l">
              <a:spcAft>
                <a:spcPts val="400"/>
              </a:spcAft>
            </a:pPr>
            <a:r>
              <a:rPr sz="1400" b="0">
                <a:solidFill>
                  <a:schemeClr val="tx1"/>
                </a:solidFill>
                <a:latin typeface="+mn-lt"/>
              </a:rPr>
              <a:t>Lorem ipsum dolor sit amet consectetur adipiscing elit sed</a:t>
            </a:r>
          </a:p>
        </p:txBody>
      </p:sp>
      <p:sp>
        <p:nvSpPr>
          <p:cNvPr id="15" name="Rectangle 14"/>
          <p:cNvSpPr/>
          <p:nvPr/>
        </p:nvSpPr>
        <p:spPr>
          <a:xfrm>
            <a:off x="8435644" y="4677155"/>
            <a:ext cx="2933090" cy="1357884"/>
          </a:xfrm>
          <a:prstGeom prst="rect">
            <a:avLst/>
          </a:prstGeom>
          <a:solidFill>
            <a:schemeClr val="accent5"/>
          </a:solidFill>
          <a:ln>
            <a:noFill/>
          </a:ln>
          <a:effectLst/>
        </p:spPr>
        <p:txBody>
          <a:bodyPr rtlCol="0" anchor="t" lIns="164592" rIns="164592" tIns="109728" bIns="109728" wrap="square"/>
          <a:lstStyle/>
          <a:p>
            <a:pPr algn="l">
              <a:spcAft>
                <a:spcPts val="400"/>
              </a:spcAft>
            </a:pPr>
            <a:r>
              <a:rPr sz="1800" b="1">
                <a:solidFill>
                  <a:schemeClr val="tx1"/>
                </a:solidFill>
                <a:latin typeface="+mn-lt"/>
              </a:rPr>
              <a:t>2C</a:t>
            </a:r>
          </a:p>
          <a:p>
            <a:pPr algn="l">
              <a:spcAft>
                <a:spcPts val="400"/>
              </a:spcAft>
            </a:pPr>
            <a:r>
              <a:rPr sz="1400" b="0">
                <a:solidFill>
                  <a:schemeClr val="tx1"/>
                </a:solidFill>
                <a:latin typeface="+mn-lt"/>
              </a:rPr>
              <a:t>Lorem ipsum dolor sit amet consectetur adipiscing elit 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1508760" y="1965960"/>
            <a:ext cx="4783683" cy="1641347"/>
          </a:xfrm>
          <a:prstGeom prst="rect">
            <a:avLst/>
          </a:prstGeom>
          <a:solidFill>
            <a:schemeClr val="accent5"/>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a:t>
            </a:r>
          </a:p>
        </p:txBody>
      </p:sp>
      <p:sp>
        <p:nvSpPr>
          <p:cNvPr id="5" name="Rectangle 4"/>
          <p:cNvSpPr/>
          <p:nvPr/>
        </p:nvSpPr>
        <p:spPr>
          <a:xfrm>
            <a:off x="6585051" y="1965960"/>
            <a:ext cx="4783683" cy="1641347"/>
          </a:xfrm>
          <a:prstGeom prst="rect">
            <a:avLst/>
          </a:prstGeom>
          <a:solidFill>
            <a:schemeClr val="accent3"/>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a:t>
            </a:r>
          </a:p>
        </p:txBody>
      </p:sp>
      <p:sp>
        <p:nvSpPr>
          <p:cNvPr id="6" name="Rectangle 5"/>
          <p:cNvSpPr/>
          <p:nvPr/>
        </p:nvSpPr>
        <p:spPr>
          <a:xfrm>
            <a:off x="1508760" y="3808475"/>
            <a:ext cx="4783683" cy="1641347"/>
          </a:xfrm>
          <a:prstGeom prst="rect">
            <a:avLst/>
          </a:prstGeom>
          <a:solidFill>
            <a:schemeClr val="accent4"/>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a:t>
            </a:r>
          </a:p>
        </p:txBody>
      </p:sp>
      <p:sp>
        <p:nvSpPr>
          <p:cNvPr id="7" name="Rectangle 6"/>
          <p:cNvSpPr/>
          <p:nvPr/>
        </p:nvSpPr>
        <p:spPr>
          <a:xfrm>
            <a:off x="6585051" y="3808475"/>
            <a:ext cx="4783683" cy="1641347"/>
          </a:xfrm>
          <a:prstGeom prst="rect">
            <a:avLst/>
          </a:prstGeom>
          <a:solidFill>
            <a:schemeClr val="accent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a:t>
            </a:r>
          </a:p>
        </p:txBody>
      </p:sp>
      <p:sp>
        <p:nvSpPr>
          <p:cNvPr id="8" name="Rectangle 7"/>
          <p:cNvSpPr/>
          <p:nvPr/>
        </p:nvSpPr>
        <p:spPr>
          <a:xfrm>
            <a:off x="1325880" y="1965960"/>
            <a:ext cx="36576" cy="3483863"/>
          </a:xfrm>
          <a:prstGeom prst="rect">
            <a:avLst/>
          </a:prstGeom>
          <a:solidFill>
            <a:schemeClr val="accent1"/>
          </a:solidFill>
          <a:ln>
            <a:noFill/>
          </a:ln>
          <a:effectLst/>
        </p:spPr>
        <p:txBody>
          <a:bodyPr rtlCol="0" anchor="ctr"/>
          <a:lstStyle/>
          <a:p>
            <a:pPr algn="ctr"/>
          </a:p>
        </p:txBody>
      </p:sp>
      <p:sp>
        <p:nvSpPr>
          <p:cNvPr id="9" name="Rectangle 8"/>
          <p:cNvSpPr/>
          <p:nvPr/>
        </p:nvSpPr>
        <p:spPr>
          <a:xfrm>
            <a:off x="1508760" y="5522975"/>
            <a:ext cx="9859975" cy="36576"/>
          </a:xfrm>
          <a:prstGeom prst="rect">
            <a:avLst/>
          </a:prstGeom>
          <a:solidFill>
            <a:schemeClr val="accent1"/>
          </a:solidFill>
          <a:ln>
            <a:noFill/>
          </a:ln>
          <a:effectLst/>
        </p:spPr>
        <p:txBody>
          <a:bodyPr rtlCol="0" anchor="ctr"/>
          <a:lstStyle/>
          <a:p>
            <a:pPr algn="ctr"/>
          </a:p>
        </p:txBody>
      </p:sp>
      <p:sp>
        <p:nvSpPr>
          <p:cNvPr id="10" name="TextBox 9"/>
          <p:cNvSpPr txBox="1"/>
          <p:nvPr/>
        </p:nvSpPr>
        <p:spPr>
          <a:xfrm>
            <a:off x="822960" y="1965960"/>
            <a:ext cx="502920" cy="3483863"/>
          </a:xfrm>
          <a:prstGeom prst="rect">
            <a:avLst/>
          </a:prstGeom>
          <a:noFill/>
        </p:spPr>
        <p:txBody>
          <a:bodyPr wrap="none" anchor="ctr" lIns="0" rIns="0" tIns="0" bIns="0">
            <a:spAutoFit/>
          </a:bodyPr>
          <a:lstStyle/>
          <a:p>
            <a:pPr algn="ctr"/>
            <a:r>
              <a:rPr sz="1400" b="1">
                <a:solidFill>
                  <a:schemeClr val="tx1"/>
                </a:solidFill>
                <a:latin typeface="+mn-lt"/>
              </a:rPr>
              <a:t>Lorem</a:t>
            </a:r>
          </a:p>
        </p:txBody>
      </p:sp>
      <p:sp>
        <p:nvSpPr>
          <p:cNvPr id="11" name="TextBox 10"/>
          <p:cNvSpPr txBox="1"/>
          <p:nvPr/>
        </p:nvSpPr>
        <p:spPr>
          <a:xfrm>
            <a:off x="1508760" y="5596127"/>
            <a:ext cx="9859975" cy="402336"/>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a:t>
            </a:r>
          </a:p>
        </p:txBody>
      </p:sp>
      <p:sp>
        <p:nvSpPr>
          <p:cNvPr id="5" name="Rectangle 4"/>
          <p:cNvSpPr/>
          <p:nvPr/>
        </p:nvSpPr>
        <p:spPr>
          <a:xfrm>
            <a:off x="822960" y="3017520"/>
            <a:ext cx="2416987" cy="2606040"/>
          </a:xfrm>
          <a:prstGeom prst="rect">
            <a:avLst/>
          </a:prstGeom>
          <a:solidFill>
            <a:schemeClr val="bg2"/>
          </a:solidFill>
          <a:ln>
            <a:noFill/>
          </a:ln>
          <a:effectLst/>
        </p:spPr>
        <p:txBody>
          <a:bodyPr rtlCol="0" anchor="ctr"/>
          <a:lstStyle/>
          <a:p>
            <a:pPr algn="ctr"/>
          </a:p>
        </p:txBody>
      </p:sp>
      <p:sp>
        <p:nvSpPr>
          <p:cNvPr id="6" name="TextBox 5"/>
          <p:cNvSpPr txBox="1"/>
          <p:nvPr/>
        </p:nvSpPr>
        <p:spPr>
          <a:xfrm>
            <a:off x="822960" y="3218688"/>
            <a:ext cx="2416987" cy="868680"/>
          </a:xfrm>
          <a:prstGeom prst="rect">
            <a:avLst/>
          </a:prstGeom>
          <a:noFill/>
        </p:spPr>
        <p:txBody>
          <a:bodyPr wrap="square" anchor="t" lIns="0" rIns="0" tIns="0" bIns="0">
            <a:spAutoFit/>
          </a:bodyPr>
          <a:lstStyle/>
          <a:p>
            <a:pPr algn="ctr"/>
            <a:r>
              <a:rPr sz="4800" b="1">
                <a:solidFill>
                  <a:schemeClr val="accent1"/>
                </a:solidFill>
                <a:latin typeface="+mj-lt"/>
              </a:rPr>
              <a:t>00</a:t>
            </a:r>
          </a:p>
        </p:txBody>
      </p:sp>
      <p:sp>
        <p:nvSpPr>
          <p:cNvPr id="7" name="TextBox 6"/>
          <p:cNvSpPr txBox="1"/>
          <p:nvPr/>
        </p:nvSpPr>
        <p:spPr>
          <a:xfrm>
            <a:off x="822960" y="4114800"/>
            <a:ext cx="2416987"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8" name="TextBox 7"/>
          <p:cNvSpPr txBox="1"/>
          <p:nvPr/>
        </p:nvSpPr>
        <p:spPr>
          <a:xfrm>
            <a:off x="987552" y="4498848"/>
            <a:ext cx="2087803" cy="1005840"/>
          </a:xfrm>
          <a:prstGeom prst="rect">
            <a:avLst/>
          </a:prstGeom>
          <a:noFill/>
        </p:spPr>
        <p:txBody>
          <a:bodyPr wrap="square" anchor="t" lIns="0" rIns="0" tIns="0" bIns="0">
            <a:spAutoFit/>
          </a:bodyPr>
          <a:lstStyle/>
          <a:p>
            <a:pPr algn="ctr"/>
            <a:r>
              <a:rPr sz="1400" b="0">
                <a:solidFill>
                  <a:schemeClr val="tx1"/>
                </a:solidFill>
                <a:latin typeface="+mn-lt"/>
              </a:rPr>
              <a:t>Lorem ipsum dolor sit amet consectetur adipiscing elit sed do</a:t>
            </a:r>
          </a:p>
        </p:txBody>
      </p:sp>
      <p:sp>
        <p:nvSpPr>
          <p:cNvPr id="9" name="Rectangle 8"/>
          <p:cNvSpPr/>
          <p:nvPr/>
        </p:nvSpPr>
        <p:spPr>
          <a:xfrm>
            <a:off x="3532555" y="3017520"/>
            <a:ext cx="2416987" cy="2606040"/>
          </a:xfrm>
          <a:prstGeom prst="rect">
            <a:avLst/>
          </a:prstGeom>
          <a:solidFill>
            <a:schemeClr val="bg2"/>
          </a:solidFill>
          <a:ln>
            <a:noFill/>
          </a:ln>
          <a:effectLst/>
        </p:spPr>
        <p:txBody>
          <a:bodyPr rtlCol="0" anchor="ctr"/>
          <a:lstStyle/>
          <a:p>
            <a:pPr algn="ctr"/>
          </a:p>
        </p:txBody>
      </p:sp>
      <p:sp>
        <p:nvSpPr>
          <p:cNvPr id="10" name="TextBox 9"/>
          <p:cNvSpPr txBox="1"/>
          <p:nvPr/>
        </p:nvSpPr>
        <p:spPr>
          <a:xfrm>
            <a:off x="3532555" y="3218688"/>
            <a:ext cx="2416987" cy="868680"/>
          </a:xfrm>
          <a:prstGeom prst="rect">
            <a:avLst/>
          </a:prstGeom>
          <a:noFill/>
        </p:spPr>
        <p:txBody>
          <a:bodyPr wrap="square" anchor="t" lIns="0" rIns="0" tIns="0" bIns="0">
            <a:spAutoFit/>
          </a:bodyPr>
          <a:lstStyle/>
          <a:p>
            <a:pPr algn="ctr"/>
            <a:r>
              <a:rPr sz="4800" b="1">
                <a:solidFill>
                  <a:schemeClr val="accent1"/>
                </a:solidFill>
                <a:latin typeface="+mj-lt"/>
              </a:rPr>
              <a:t>00</a:t>
            </a:r>
          </a:p>
        </p:txBody>
      </p:sp>
      <p:sp>
        <p:nvSpPr>
          <p:cNvPr id="11" name="TextBox 10"/>
          <p:cNvSpPr txBox="1"/>
          <p:nvPr/>
        </p:nvSpPr>
        <p:spPr>
          <a:xfrm>
            <a:off x="3532555" y="4114800"/>
            <a:ext cx="2416987"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12" name="TextBox 11"/>
          <p:cNvSpPr txBox="1"/>
          <p:nvPr/>
        </p:nvSpPr>
        <p:spPr>
          <a:xfrm>
            <a:off x="3697147" y="4498848"/>
            <a:ext cx="2087803" cy="1005840"/>
          </a:xfrm>
          <a:prstGeom prst="rect">
            <a:avLst/>
          </a:prstGeom>
          <a:noFill/>
        </p:spPr>
        <p:txBody>
          <a:bodyPr wrap="square" anchor="t" lIns="0" rIns="0" tIns="0" bIns="0">
            <a:spAutoFit/>
          </a:bodyPr>
          <a:lstStyle/>
          <a:p>
            <a:pPr algn="ctr"/>
            <a:r>
              <a:rPr sz="1400" b="0">
                <a:solidFill>
                  <a:schemeClr val="tx1"/>
                </a:solidFill>
                <a:latin typeface="+mn-lt"/>
              </a:rPr>
              <a:t>Lorem ipsum dolor sit amet consectetur adipiscing elit sed do</a:t>
            </a:r>
          </a:p>
        </p:txBody>
      </p:sp>
      <p:sp>
        <p:nvSpPr>
          <p:cNvPr id="13" name="Rectangle 12"/>
          <p:cNvSpPr/>
          <p:nvPr/>
        </p:nvSpPr>
        <p:spPr>
          <a:xfrm>
            <a:off x="6242151" y="3017520"/>
            <a:ext cx="2416987" cy="2606040"/>
          </a:xfrm>
          <a:prstGeom prst="rect">
            <a:avLst/>
          </a:prstGeom>
          <a:solidFill>
            <a:schemeClr val="bg2"/>
          </a:solidFill>
          <a:ln>
            <a:noFill/>
          </a:ln>
          <a:effectLst/>
        </p:spPr>
        <p:txBody>
          <a:bodyPr rtlCol="0" anchor="ctr"/>
          <a:lstStyle/>
          <a:p>
            <a:pPr algn="ctr"/>
          </a:p>
        </p:txBody>
      </p:sp>
      <p:sp>
        <p:nvSpPr>
          <p:cNvPr id="14" name="TextBox 13"/>
          <p:cNvSpPr txBox="1"/>
          <p:nvPr/>
        </p:nvSpPr>
        <p:spPr>
          <a:xfrm>
            <a:off x="6242151" y="3218688"/>
            <a:ext cx="2416987" cy="868680"/>
          </a:xfrm>
          <a:prstGeom prst="rect">
            <a:avLst/>
          </a:prstGeom>
          <a:noFill/>
        </p:spPr>
        <p:txBody>
          <a:bodyPr wrap="square" anchor="t" lIns="0" rIns="0" tIns="0" bIns="0">
            <a:spAutoFit/>
          </a:bodyPr>
          <a:lstStyle/>
          <a:p>
            <a:pPr algn="ctr"/>
            <a:r>
              <a:rPr sz="4800" b="1">
                <a:solidFill>
                  <a:schemeClr val="accent1"/>
                </a:solidFill>
                <a:latin typeface="+mj-lt"/>
              </a:rPr>
              <a:t>00</a:t>
            </a:r>
          </a:p>
        </p:txBody>
      </p:sp>
      <p:sp>
        <p:nvSpPr>
          <p:cNvPr id="15" name="TextBox 14"/>
          <p:cNvSpPr txBox="1"/>
          <p:nvPr/>
        </p:nvSpPr>
        <p:spPr>
          <a:xfrm>
            <a:off x="6242151" y="4114800"/>
            <a:ext cx="2416987"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16" name="TextBox 15"/>
          <p:cNvSpPr txBox="1"/>
          <p:nvPr/>
        </p:nvSpPr>
        <p:spPr>
          <a:xfrm>
            <a:off x="6406743" y="4498848"/>
            <a:ext cx="2087803" cy="1005840"/>
          </a:xfrm>
          <a:prstGeom prst="rect">
            <a:avLst/>
          </a:prstGeom>
          <a:noFill/>
        </p:spPr>
        <p:txBody>
          <a:bodyPr wrap="square" anchor="t" lIns="0" rIns="0" tIns="0" bIns="0">
            <a:spAutoFit/>
          </a:bodyPr>
          <a:lstStyle/>
          <a:p>
            <a:pPr algn="ctr"/>
            <a:r>
              <a:rPr sz="1400" b="0">
                <a:solidFill>
                  <a:schemeClr val="tx1"/>
                </a:solidFill>
                <a:latin typeface="+mn-lt"/>
              </a:rPr>
              <a:t>Lorem ipsum dolor sit amet consectetur adipiscing elit sed do</a:t>
            </a:r>
          </a:p>
        </p:txBody>
      </p:sp>
      <p:sp>
        <p:nvSpPr>
          <p:cNvPr id="17" name="Rectangle 16"/>
          <p:cNvSpPr/>
          <p:nvPr/>
        </p:nvSpPr>
        <p:spPr>
          <a:xfrm>
            <a:off x="8951747" y="3017520"/>
            <a:ext cx="2416987" cy="2606040"/>
          </a:xfrm>
          <a:prstGeom prst="rect">
            <a:avLst/>
          </a:prstGeom>
          <a:solidFill>
            <a:schemeClr val="bg2"/>
          </a:solidFill>
          <a:ln>
            <a:noFill/>
          </a:ln>
          <a:effectLst/>
        </p:spPr>
        <p:txBody>
          <a:bodyPr rtlCol="0" anchor="ctr"/>
          <a:lstStyle/>
          <a:p>
            <a:pPr algn="ctr"/>
          </a:p>
        </p:txBody>
      </p:sp>
      <p:sp>
        <p:nvSpPr>
          <p:cNvPr id="18" name="TextBox 17"/>
          <p:cNvSpPr txBox="1"/>
          <p:nvPr/>
        </p:nvSpPr>
        <p:spPr>
          <a:xfrm>
            <a:off x="8951747" y="3218688"/>
            <a:ext cx="2416987" cy="868680"/>
          </a:xfrm>
          <a:prstGeom prst="rect">
            <a:avLst/>
          </a:prstGeom>
          <a:noFill/>
        </p:spPr>
        <p:txBody>
          <a:bodyPr wrap="square" anchor="t" lIns="0" rIns="0" tIns="0" bIns="0">
            <a:spAutoFit/>
          </a:bodyPr>
          <a:lstStyle/>
          <a:p>
            <a:pPr algn="ctr"/>
            <a:r>
              <a:rPr sz="4800" b="1">
                <a:solidFill>
                  <a:schemeClr val="accent1"/>
                </a:solidFill>
                <a:latin typeface="+mj-lt"/>
              </a:rPr>
              <a:t>00</a:t>
            </a:r>
          </a:p>
        </p:txBody>
      </p:sp>
      <p:sp>
        <p:nvSpPr>
          <p:cNvPr id="19" name="TextBox 18"/>
          <p:cNvSpPr txBox="1"/>
          <p:nvPr/>
        </p:nvSpPr>
        <p:spPr>
          <a:xfrm>
            <a:off x="8951747" y="4114800"/>
            <a:ext cx="2416987"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20" name="TextBox 19"/>
          <p:cNvSpPr txBox="1"/>
          <p:nvPr/>
        </p:nvSpPr>
        <p:spPr>
          <a:xfrm>
            <a:off x="9116339" y="4498848"/>
            <a:ext cx="2087803" cy="1005840"/>
          </a:xfrm>
          <a:prstGeom prst="rect">
            <a:avLst/>
          </a:prstGeom>
          <a:noFill/>
        </p:spPr>
        <p:txBody>
          <a:bodyPr wrap="square" anchor="t" lIns="0" rIns="0" tIns="0" bIns="0">
            <a:spAutoFit/>
          </a:bodyPr>
          <a:lstStyle/>
          <a:p>
            <a:pPr algn="ctr"/>
            <a:r>
              <a:rPr sz="1400" b="0">
                <a:solidFill>
                  <a:schemeClr val="tx1"/>
                </a:solidFill>
                <a:latin typeface="+mn-lt"/>
              </a:rPr>
              <a:t>Lorem ipsum dolor sit amet consectetur adipiscing elit sed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a:t>
            </a:r>
          </a:p>
        </p:txBody>
      </p:sp>
      <p:sp>
        <p:nvSpPr>
          <p:cNvPr id="5" name="Rectangle 4"/>
          <p:cNvSpPr/>
          <p:nvPr/>
        </p:nvSpPr>
        <p:spPr>
          <a:xfrm>
            <a:off x="3218687" y="2606039"/>
            <a:ext cx="3928719" cy="502920"/>
          </a:xfrm>
          <a:prstGeom prst="rect">
            <a:avLst/>
          </a:prstGeom>
          <a:solidFill>
            <a:schemeClr val="accent1"/>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6" name="Rectangle 5"/>
          <p:cNvSpPr/>
          <p:nvPr/>
        </p:nvSpPr>
        <p:spPr>
          <a:xfrm>
            <a:off x="7440015" y="2606039"/>
            <a:ext cx="3928719" cy="502920"/>
          </a:xfrm>
          <a:prstGeom prst="rect">
            <a:avLst/>
          </a:prstGeom>
          <a:solidFill>
            <a:schemeClr val="accent2"/>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7" name="TextBox 6"/>
          <p:cNvSpPr txBox="1"/>
          <p:nvPr/>
        </p:nvSpPr>
        <p:spPr>
          <a:xfrm>
            <a:off x="822960" y="3310127"/>
            <a:ext cx="2103120" cy="590702"/>
          </a:xfrm>
          <a:prstGeom prst="rect">
            <a:avLst/>
          </a:prstGeom>
          <a:noFill/>
        </p:spPr>
        <p:txBody>
          <a:bodyPr wrap="square" anchor="ctr" lIns="0" rIns="0" tIns="0" bIns="0">
            <a:spAutoFit/>
          </a:bodyPr>
          <a:lstStyle/>
          <a:p>
            <a:pPr algn="r"/>
            <a:r>
              <a:rPr sz="1400" b="1">
                <a:solidFill>
                  <a:schemeClr val="tx1"/>
                </a:solidFill>
                <a:latin typeface="+mn-lt"/>
              </a:rPr>
              <a:t>Lorem Ipsum</a:t>
            </a:r>
          </a:p>
        </p:txBody>
      </p:sp>
      <p:sp>
        <p:nvSpPr>
          <p:cNvPr id="8" name="Rectangle 7"/>
          <p:cNvSpPr/>
          <p:nvPr/>
        </p:nvSpPr>
        <p:spPr>
          <a:xfrm>
            <a:off x="3218687" y="3310127"/>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9" name="Rectangle 8"/>
          <p:cNvSpPr/>
          <p:nvPr/>
        </p:nvSpPr>
        <p:spPr>
          <a:xfrm>
            <a:off x="7440015" y="3310127"/>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0" name="TextBox 9"/>
          <p:cNvSpPr txBox="1"/>
          <p:nvPr/>
        </p:nvSpPr>
        <p:spPr>
          <a:xfrm>
            <a:off x="822960" y="4021531"/>
            <a:ext cx="2103120" cy="590702"/>
          </a:xfrm>
          <a:prstGeom prst="rect">
            <a:avLst/>
          </a:prstGeom>
          <a:noFill/>
        </p:spPr>
        <p:txBody>
          <a:bodyPr wrap="square" anchor="ctr" lIns="0" rIns="0" tIns="0" bIns="0">
            <a:spAutoFit/>
          </a:bodyPr>
          <a:lstStyle/>
          <a:p>
            <a:pPr algn="r"/>
            <a:r>
              <a:rPr sz="1400" b="1">
                <a:solidFill>
                  <a:schemeClr val="tx1"/>
                </a:solidFill>
                <a:latin typeface="+mn-lt"/>
              </a:rPr>
              <a:t>Lorem Ipsum</a:t>
            </a:r>
          </a:p>
        </p:txBody>
      </p:sp>
      <p:sp>
        <p:nvSpPr>
          <p:cNvPr id="11" name="Rectangle 10"/>
          <p:cNvSpPr/>
          <p:nvPr/>
        </p:nvSpPr>
        <p:spPr>
          <a:xfrm>
            <a:off x="3218687" y="4021531"/>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2" name="Rectangle 11"/>
          <p:cNvSpPr/>
          <p:nvPr/>
        </p:nvSpPr>
        <p:spPr>
          <a:xfrm>
            <a:off x="7440015" y="4021531"/>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3" name="TextBox 12"/>
          <p:cNvSpPr txBox="1"/>
          <p:nvPr/>
        </p:nvSpPr>
        <p:spPr>
          <a:xfrm>
            <a:off x="822960" y="4732934"/>
            <a:ext cx="2103120" cy="590702"/>
          </a:xfrm>
          <a:prstGeom prst="rect">
            <a:avLst/>
          </a:prstGeom>
          <a:noFill/>
        </p:spPr>
        <p:txBody>
          <a:bodyPr wrap="square" anchor="ctr" lIns="0" rIns="0" tIns="0" bIns="0">
            <a:spAutoFit/>
          </a:bodyPr>
          <a:lstStyle/>
          <a:p>
            <a:pPr algn="r"/>
            <a:r>
              <a:rPr sz="1400" b="1">
                <a:solidFill>
                  <a:schemeClr val="tx1"/>
                </a:solidFill>
                <a:latin typeface="+mn-lt"/>
              </a:rPr>
              <a:t>Lorem Ipsum</a:t>
            </a:r>
          </a:p>
        </p:txBody>
      </p:sp>
      <p:sp>
        <p:nvSpPr>
          <p:cNvPr id="14" name="Rectangle 13"/>
          <p:cNvSpPr/>
          <p:nvPr/>
        </p:nvSpPr>
        <p:spPr>
          <a:xfrm>
            <a:off x="3218687" y="4732934"/>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5" name="Rectangle 14"/>
          <p:cNvSpPr/>
          <p:nvPr/>
        </p:nvSpPr>
        <p:spPr>
          <a:xfrm>
            <a:off x="7440015" y="4732934"/>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6" name="TextBox 15"/>
          <p:cNvSpPr txBox="1"/>
          <p:nvPr/>
        </p:nvSpPr>
        <p:spPr>
          <a:xfrm>
            <a:off x="822960" y="5444337"/>
            <a:ext cx="2103120" cy="590702"/>
          </a:xfrm>
          <a:prstGeom prst="rect">
            <a:avLst/>
          </a:prstGeom>
          <a:noFill/>
        </p:spPr>
        <p:txBody>
          <a:bodyPr wrap="square" anchor="ctr" lIns="0" rIns="0" tIns="0" bIns="0">
            <a:spAutoFit/>
          </a:bodyPr>
          <a:lstStyle/>
          <a:p>
            <a:pPr algn="r"/>
            <a:r>
              <a:rPr sz="1400" b="1">
                <a:solidFill>
                  <a:schemeClr val="tx1"/>
                </a:solidFill>
                <a:latin typeface="+mn-lt"/>
              </a:rPr>
              <a:t>Lorem Ipsum</a:t>
            </a:r>
          </a:p>
        </p:txBody>
      </p:sp>
      <p:sp>
        <p:nvSpPr>
          <p:cNvPr id="17" name="Rectangle 16"/>
          <p:cNvSpPr/>
          <p:nvPr/>
        </p:nvSpPr>
        <p:spPr>
          <a:xfrm>
            <a:off x="3218687" y="5444337"/>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
        <p:nvSpPr>
          <p:cNvPr id="18" name="Rectangle 17"/>
          <p:cNvSpPr/>
          <p:nvPr/>
        </p:nvSpPr>
        <p:spPr>
          <a:xfrm>
            <a:off x="7440015" y="5444337"/>
            <a:ext cx="3928719" cy="59070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1965960"/>
            <a:ext cx="5061972" cy="4069079"/>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a:t>
            </a:r>
          </a:p>
        </p:txBody>
      </p:sp>
      <p:sp>
        <p:nvSpPr>
          <p:cNvPr id="5" name="TextBox 4"/>
          <p:cNvSpPr txBox="1"/>
          <p:nvPr/>
        </p:nvSpPr>
        <p:spPr>
          <a:xfrm>
            <a:off x="6268980" y="1965960"/>
            <a:ext cx="5099755" cy="402336"/>
          </a:xfrm>
          <a:prstGeom prst="rect">
            <a:avLst/>
          </a:prstGeom>
          <a:noFill/>
        </p:spPr>
        <p:txBody>
          <a:bodyPr wrap="square" anchor="t" lIns="0" rIns="0" tIns="0" bIns="0">
            <a:spAutoFit/>
          </a:bodyPr>
          <a:lstStyle/>
          <a:p>
            <a:pPr algn="l"/>
            <a:r>
              <a:rPr sz="2000" b="1">
                <a:solidFill>
                  <a:schemeClr val="tx1"/>
                </a:solidFill>
                <a:latin typeface="+mn-lt"/>
              </a:rPr>
              <a:t>Lorem Ipsum Dolor</a:t>
            </a:r>
          </a:p>
        </p:txBody>
      </p:sp>
      <p:sp>
        <p:nvSpPr>
          <p:cNvPr id="6" name="TextBox 5"/>
          <p:cNvSpPr txBox="1"/>
          <p:nvPr/>
        </p:nvSpPr>
        <p:spPr>
          <a:xfrm>
            <a:off x="6268980" y="2478024"/>
            <a:ext cx="5099755" cy="141732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a:t>
            </a:r>
          </a:p>
        </p:txBody>
      </p:sp>
      <p:sp>
        <p:nvSpPr>
          <p:cNvPr id="7" name="Oval 6"/>
          <p:cNvSpPr/>
          <p:nvPr/>
        </p:nvSpPr>
        <p:spPr>
          <a:xfrm>
            <a:off x="6268980" y="4142231"/>
            <a:ext cx="237744" cy="237744"/>
          </a:xfrm>
          <a:prstGeom prst="ellipse">
            <a:avLst/>
          </a:prstGeom>
          <a:solidFill>
            <a:schemeClr val="accent1"/>
          </a:solidFill>
          <a:ln>
            <a:noFill/>
          </a:ln>
          <a:effectLst/>
        </p:spPr>
        <p:txBody>
          <a:bodyPr rtlCol="0" anchor="ctr"/>
          <a:lstStyle/>
          <a:p>
            <a:pPr algn="ctr"/>
          </a:p>
        </p:txBody>
      </p:sp>
      <p:sp>
        <p:nvSpPr>
          <p:cNvPr id="8" name="TextBox 7"/>
          <p:cNvSpPr txBox="1"/>
          <p:nvPr/>
        </p:nvSpPr>
        <p:spPr>
          <a:xfrm>
            <a:off x="6653028" y="4096511"/>
            <a:ext cx="4715707" cy="445007"/>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9" name="Oval 8"/>
          <p:cNvSpPr/>
          <p:nvPr/>
        </p:nvSpPr>
        <p:spPr>
          <a:xfrm>
            <a:off x="6268980" y="4788407"/>
            <a:ext cx="237744" cy="237744"/>
          </a:xfrm>
          <a:prstGeom prst="ellipse">
            <a:avLst/>
          </a:prstGeom>
          <a:solidFill>
            <a:schemeClr val="accent1"/>
          </a:solidFill>
          <a:ln>
            <a:noFill/>
          </a:ln>
          <a:effectLst/>
        </p:spPr>
        <p:txBody>
          <a:bodyPr rtlCol="0" anchor="ctr"/>
          <a:lstStyle/>
          <a:p>
            <a:pPr algn="ctr"/>
          </a:p>
        </p:txBody>
      </p:sp>
      <p:sp>
        <p:nvSpPr>
          <p:cNvPr id="10" name="TextBox 9"/>
          <p:cNvSpPr txBox="1"/>
          <p:nvPr/>
        </p:nvSpPr>
        <p:spPr>
          <a:xfrm>
            <a:off x="6653028" y="4742687"/>
            <a:ext cx="4715707" cy="445007"/>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1" name="Oval 10"/>
          <p:cNvSpPr/>
          <p:nvPr/>
        </p:nvSpPr>
        <p:spPr>
          <a:xfrm>
            <a:off x="6268980" y="5434583"/>
            <a:ext cx="237744" cy="237744"/>
          </a:xfrm>
          <a:prstGeom prst="ellipse">
            <a:avLst/>
          </a:prstGeom>
          <a:solidFill>
            <a:schemeClr val="accent1"/>
          </a:solidFill>
          <a:ln>
            <a:noFill/>
          </a:ln>
          <a:effectLst/>
        </p:spPr>
        <p:txBody>
          <a:bodyPr rtlCol="0" anchor="ctr"/>
          <a:lstStyle/>
          <a:p>
            <a:pPr algn="ctr"/>
          </a:p>
        </p:txBody>
      </p:sp>
      <p:sp>
        <p:nvSpPr>
          <p:cNvPr id="12" name="TextBox 11"/>
          <p:cNvSpPr txBox="1"/>
          <p:nvPr/>
        </p:nvSpPr>
        <p:spPr>
          <a:xfrm>
            <a:off x="6653028" y="5388863"/>
            <a:ext cx="4715707" cy="445007"/>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 dolor sit amet consectetur adipiscing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1828800" y="2478024"/>
            <a:ext cx="8534095" cy="1828800"/>
          </a:xfrm>
          <a:prstGeom prst="rect">
            <a:avLst/>
          </a:prstGeom>
          <a:noFill/>
        </p:spPr>
        <p:txBody>
          <a:bodyPr wrap="square" anchor="b" lIns="0" rIns="0" tIns="0" bIns="0">
            <a:spAutoFit/>
          </a:bodyPr>
          <a:lstStyle/>
          <a:p>
            <a:pPr algn="ctr"/>
            <a:r>
              <a:rPr sz="2800" b="1">
                <a:solidFill>
                  <a:schemeClr val="tx1"/>
                </a:solidFill>
                <a:latin typeface="+mj-lt"/>
              </a:rPr>
              <a:t>Lorem ipsum dolor sit amet consectetur adipiscing elit sed do eiusmod tempor incididunt ut labore et dolore magna aliqua ut enim ad minim veniam quis nostrud exercitation</a:t>
            </a:r>
          </a:p>
        </p:txBody>
      </p:sp>
      <p:sp>
        <p:nvSpPr>
          <p:cNvPr id="4" name="TextBox 3"/>
          <p:cNvSpPr txBox="1"/>
          <p:nvPr/>
        </p:nvSpPr>
        <p:spPr>
          <a:xfrm>
            <a:off x="2468880" y="4535424"/>
            <a:ext cx="7253935" cy="457200"/>
          </a:xfrm>
          <a:prstGeom prst="rect">
            <a:avLst/>
          </a:prstGeom>
          <a:noFill/>
        </p:spPr>
        <p:txBody>
          <a:bodyPr wrap="square" anchor="t" lIns="0" rIns="0" tIns="0" bIns="0">
            <a:spAutoFit/>
          </a:bodyPr>
          <a:lstStyle/>
          <a:p>
            <a:pPr algn="ctr"/>
            <a:r>
              <a:rPr sz="1400" b="0">
                <a:solidFill>
                  <a:schemeClr val="tx1"/>
                </a:solidFill>
                <a:latin typeface="+mn-lt"/>
              </a:rPr>
              <a:t>Lorem ipsum dolor sit amet consectetur adipiscing elit sed do eiusmod tempor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3035808" y="2577083"/>
            <a:ext cx="36576" cy="2846831"/>
          </a:xfrm>
          <a:prstGeom prst="rect">
            <a:avLst/>
          </a:prstGeom>
          <a:solidFill>
            <a:schemeClr val="accent4"/>
          </a:solidFill>
          <a:ln>
            <a:noFill/>
          </a:ln>
          <a:effectLst/>
        </p:spPr>
        <p:txBody>
          <a:bodyPr rtlCol="0" anchor="ctr"/>
          <a:lstStyle/>
          <a:p>
            <a:pPr algn="ctr"/>
          </a:p>
        </p:txBody>
      </p:sp>
      <p:sp>
        <p:nvSpPr>
          <p:cNvPr id="5" name="Rectangle 4"/>
          <p:cNvSpPr/>
          <p:nvPr/>
        </p:nvSpPr>
        <p:spPr>
          <a:xfrm>
            <a:off x="822960" y="1965960"/>
            <a:ext cx="1920240" cy="1222247"/>
          </a:xfrm>
          <a:prstGeom prst="rect">
            <a:avLst/>
          </a:prstGeom>
          <a:solidFill>
            <a:schemeClr val="bg2"/>
          </a:solidFill>
          <a:ln>
            <a:noFill/>
          </a:ln>
          <a:effectLst/>
        </p:spPr>
        <p:txBody>
          <a:bodyPr rtlCol="0" anchor="ctr" wrap="square" lIns="164592" rIns="164592" tIns="109728" bIns="109728"/>
          <a:lstStyle/>
          <a:p>
            <a:pPr algn="ctr"/>
            <a:r>
              <a:rPr sz="1800" b="1">
                <a:solidFill>
                  <a:schemeClr val="tx1"/>
                </a:solidFill>
                <a:latin typeface="+mn-lt"/>
              </a:rPr>
              <a:t>Lorem</a:t>
            </a:r>
          </a:p>
          <a:p>
            <a:pPr algn="ctr"/>
            <a:r>
              <a:rPr sz="1400" b="0">
                <a:solidFill>
                  <a:schemeClr val="tx1"/>
                </a:solidFill>
                <a:latin typeface="+mn-lt"/>
              </a:rPr>
              <a:t>Lorem ipsum dolor</a:t>
            </a:r>
          </a:p>
        </p:txBody>
      </p:sp>
      <p:sp>
        <p:nvSpPr>
          <p:cNvPr id="6" name="Oval 5"/>
          <p:cNvSpPr/>
          <p:nvPr/>
        </p:nvSpPr>
        <p:spPr>
          <a:xfrm>
            <a:off x="2935224" y="2458211"/>
            <a:ext cx="237744" cy="237744"/>
          </a:xfrm>
          <a:prstGeom prst="ellipse">
            <a:avLst/>
          </a:prstGeom>
          <a:solidFill>
            <a:schemeClr val="accent1"/>
          </a:solidFill>
          <a:ln>
            <a:noFill/>
          </a:ln>
          <a:effectLst/>
        </p:spPr>
        <p:txBody>
          <a:bodyPr rtlCol="0" anchor="ctr"/>
          <a:lstStyle/>
          <a:p>
            <a:pPr algn="ctr"/>
          </a:p>
        </p:txBody>
      </p:sp>
      <p:sp>
        <p:nvSpPr>
          <p:cNvPr id="7" name="Rectangle 6"/>
          <p:cNvSpPr/>
          <p:nvPr/>
        </p:nvSpPr>
        <p:spPr>
          <a:xfrm>
            <a:off x="3328415" y="1965960"/>
            <a:ext cx="8040319"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a:t>
            </a:r>
          </a:p>
        </p:txBody>
      </p:sp>
      <p:sp>
        <p:nvSpPr>
          <p:cNvPr id="8" name="Rectangle 7"/>
          <p:cNvSpPr/>
          <p:nvPr/>
        </p:nvSpPr>
        <p:spPr>
          <a:xfrm>
            <a:off x="822960" y="3389375"/>
            <a:ext cx="1920240" cy="1222247"/>
          </a:xfrm>
          <a:prstGeom prst="rect">
            <a:avLst/>
          </a:prstGeom>
          <a:solidFill>
            <a:schemeClr val="bg2"/>
          </a:solidFill>
          <a:ln>
            <a:noFill/>
          </a:ln>
          <a:effectLst/>
        </p:spPr>
        <p:txBody>
          <a:bodyPr rtlCol="0" anchor="ctr" wrap="square" lIns="164592" rIns="164592" tIns="109728" bIns="109728"/>
          <a:lstStyle/>
          <a:p>
            <a:pPr algn="ctr"/>
            <a:r>
              <a:rPr sz="1800" b="1">
                <a:solidFill>
                  <a:schemeClr val="tx1"/>
                </a:solidFill>
                <a:latin typeface="+mn-lt"/>
              </a:rPr>
              <a:t>Lorem</a:t>
            </a:r>
          </a:p>
          <a:p>
            <a:pPr algn="ctr"/>
            <a:r>
              <a:rPr sz="1400" b="0">
                <a:solidFill>
                  <a:schemeClr val="tx1"/>
                </a:solidFill>
                <a:latin typeface="+mn-lt"/>
              </a:rPr>
              <a:t>Lorem ipsum dolor</a:t>
            </a:r>
          </a:p>
        </p:txBody>
      </p:sp>
      <p:sp>
        <p:nvSpPr>
          <p:cNvPr id="9" name="Oval 8"/>
          <p:cNvSpPr/>
          <p:nvPr/>
        </p:nvSpPr>
        <p:spPr>
          <a:xfrm>
            <a:off x="2935224" y="3881627"/>
            <a:ext cx="237744" cy="237744"/>
          </a:xfrm>
          <a:prstGeom prst="ellipse">
            <a:avLst/>
          </a:prstGeom>
          <a:solidFill>
            <a:schemeClr val="accent1"/>
          </a:solidFill>
          <a:ln>
            <a:noFill/>
          </a:ln>
          <a:effectLst/>
        </p:spPr>
        <p:txBody>
          <a:bodyPr rtlCol="0" anchor="ctr"/>
          <a:lstStyle/>
          <a:p>
            <a:pPr algn="ctr"/>
          </a:p>
        </p:txBody>
      </p:sp>
      <p:sp>
        <p:nvSpPr>
          <p:cNvPr id="10" name="Rectangle 9"/>
          <p:cNvSpPr/>
          <p:nvPr/>
        </p:nvSpPr>
        <p:spPr>
          <a:xfrm>
            <a:off x="3328415" y="3389375"/>
            <a:ext cx="8040319"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a:t>
            </a:r>
          </a:p>
        </p:txBody>
      </p:sp>
      <p:sp>
        <p:nvSpPr>
          <p:cNvPr id="11" name="Rectangle 10"/>
          <p:cNvSpPr/>
          <p:nvPr/>
        </p:nvSpPr>
        <p:spPr>
          <a:xfrm>
            <a:off x="822960" y="4812791"/>
            <a:ext cx="1920240" cy="1222247"/>
          </a:xfrm>
          <a:prstGeom prst="rect">
            <a:avLst/>
          </a:prstGeom>
          <a:solidFill>
            <a:schemeClr val="bg2"/>
          </a:solidFill>
          <a:ln>
            <a:noFill/>
          </a:ln>
          <a:effectLst/>
        </p:spPr>
        <p:txBody>
          <a:bodyPr rtlCol="0" anchor="ctr" wrap="square" lIns="164592" rIns="164592" tIns="109728" bIns="109728"/>
          <a:lstStyle/>
          <a:p>
            <a:pPr algn="ctr"/>
            <a:r>
              <a:rPr sz="1800" b="1">
                <a:solidFill>
                  <a:schemeClr val="tx1"/>
                </a:solidFill>
                <a:latin typeface="+mn-lt"/>
              </a:rPr>
              <a:t>Lorem</a:t>
            </a:r>
          </a:p>
          <a:p>
            <a:pPr algn="ctr"/>
            <a:r>
              <a:rPr sz="1400" b="0">
                <a:solidFill>
                  <a:schemeClr val="tx1"/>
                </a:solidFill>
                <a:latin typeface="+mn-lt"/>
              </a:rPr>
              <a:t>Lorem ipsum dolor</a:t>
            </a:r>
          </a:p>
        </p:txBody>
      </p:sp>
      <p:sp>
        <p:nvSpPr>
          <p:cNvPr id="12" name="Oval 11"/>
          <p:cNvSpPr/>
          <p:nvPr/>
        </p:nvSpPr>
        <p:spPr>
          <a:xfrm>
            <a:off x="2935224" y="5305043"/>
            <a:ext cx="237744" cy="237744"/>
          </a:xfrm>
          <a:prstGeom prst="ellipse">
            <a:avLst/>
          </a:prstGeom>
          <a:solidFill>
            <a:schemeClr val="accent1"/>
          </a:solidFill>
          <a:ln>
            <a:noFill/>
          </a:ln>
          <a:effectLst/>
        </p:spPr>
        <p:txBody>
          <a:bodyPr rtlCol="0" anchor="ctr"/>
          <a:lstStyle/>
          <a:p>
            <a:pPr algn="ctr"/>
          </a:p>
        </p:txBody>
      </p:sp>
      <p:sp>
        <p:nvSpPr>
          <p:cNvPr id="13" name="Rectangle 12"/>
          <p:cNvSpPr/>
          <p:nvPr/>
        </p:nvSpPr>
        <p:spPr>
          <a:xfrm>
            <a:off x="3328415" y="4812791"/>
            <a:ext cx="8040319"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965960"/>
            <a:ext cx="10545775" cy="1051560"/>
          </a:xfrm>
          <a:prstGeom prst="rect">
            <a:avLst/>
          </a:prstGeom>
          <a:noFill/>
        </p:spPr>
        <p:txBody>
          <a:bodyPr wrap="square" anchor="t" lIns="0" rIns="0" tIns="0" bIns="0">
            <a:spAutoFit/>
          </a:bodyPr>
          <a:lstStyle/>
          <a:p>
            <a:pPr algn="l"/>
            <a:r>
              <a:rPr sz="2000" b="1">
                <a:solidFill>
                  <a:schemeClr val="tx1"/>
                </a:solidFill>
                <a:latin typeface="+mn-lt"/>
              </a:rPr>
              <a:t>Lorem ipsum dolor sit amet consectetur adipiscing elit sed do eiusmod tempor incididunt ut labore et dolore magna aliqua ut enim ad minim veniam quis nostrud</a:t>
            </a:r>
          </a:p>
        </p:txBody>
      </p:sp>
      <p:sp>
        <p:nvSpPr>
          <p:cNvPr id="5" name="TextBox 4"/>
          <p:cNvSpPr txBox="1"/>
          <p:nvPr/>
        </p:nvSpPr>
        <p:spPr>
          <a:xfrm>
            <a:off x="822960" y="3218688"/>
            <a:ext cx="5012283" cy="329184"/>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6" name="TextBox 5"/>
          <p:cNvSpPr txBox="1"/>
          <p:nvPr/>
        </p:nvSpPr>
        <p:spPr>
          <a:xfrm>
            <a:off x="822960" y="3621024"/>
            <a:ext cx="5012283" cy="2414015"/>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lorem ipsum dolor sit amet consectetur adipiscing elit sed do eiusmod tempor incididunt ut labore et dolore magna aliqua ut enim ad minim veniam quis nostrud exercitation ullamco laboris nisi ut aliquip ex ea commodo</a:t>
            </a:r>
          </a:p>
        </p:txBody>
      </p:sp>
      <p:sp>
        <p:nvSpPr>
          <p:cNvPr id="7" name="TextBox 6"/>
          <p:cNvSpPr txBox="1"/>
          <p:nvPr/>
        </p:nvSpPr>
        <p:spPr>
          <a:xfrm>
            <a:off x="6356451" y="3218688"/>
            <a:ext cx="5012283" cy="329184"/>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8" name="TextBox 7"/>
          <p:cNvSpPr txBox="1"/>
          <p:nvPr/>
        </p:nvSpPr>
        <p:spPr>
          <a:xfrm>
            <a:off x="6356451" y="3621024"/>
            <a:ext cx="5012283" cy="2414015"/>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lorem ipsum dolor sit amet consectetur adipiscing elit sed do eiusmod tempor incididunt ut labore et dolore magna aliqua ut enim ad minim veniam quis nostrud exercitation ullamco laboris nisi ut aliquip ex ea commodo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a:t>
            </a:r>
          </a:p>
        </p:txBody>
      </p:sp>
      <p:sp>
        <p:nvSpPr>
          <p:cNvPr id="5" name="Rectangle 4"/>
          <p:cNvSpPr/>
          <p:nvPr/>
        </p:nvSpPr>
        <p:spPr>
          <a:xfrm>
            <a:off x="822960" y="2606039"/>
            <a:ext cx="2340864"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6" name="Rectangle 5"/>
          <p:cNvSpPr/>
          <p:nvPr/>
        </p:nvSpPr>
        <p:spPr>
          <a:xfrm>
            <a:off x="3200400" y="2606039"/>
            <a:ext cx="877824"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7" name="Rectangle 6"/>
          <p:cNvSpPr/>
          <p:nvPr/>
        </p:nvSpPr>
        <p:spPr>
          <a:xfrm>
            <a:off x="4114800" y="2606039"/>
            <a:ext cx="2066543"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8" name="Rectangle 7"/>
          <p:cNvSpPr/>
          <p:nvPr/>
        </p:nvSpPr>
        <p:spPr>
          <a:xfrm>
            <a:off x="6217920" y="2606039"/>
            <a:ext cx="2706624"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9" name="Rectangle 8"/>
          <p:cNvSpPr/>
          <p:nvPr/>
        </p:nvSpPr>
        <p:spPr>
          <a:xfrm>
            <a:off x="8961120" y="2606039"/>
            <a:ext cx="566928"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01</a:t>
            </a:r>
          </a:p>
        </p:txBody>
      </p:sp>
      <p:sp>
        <p:nvSpPr>
          <p:cNvPr id="10" name="Rectangle 9"/>
          <p:cNvSpPr/>
          <p:nvPr/>
        </p:nvSpPr>
        <p:spPr>
          <a:xfrm>
            <a:off x="9564624" y="2606039"/>
            <a:ext cx="566928"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02</a:t>
            </a:r>
          </a:p>
        </p:txBody>
      </p:sp>
      <p:sp>
        <p:nvSpPr>
          <p:cNvPr id="11" name="Rectangle 10"/>
          <p:cNvSpPr/>
          <p:nvPr/>
        </p:nvSpPr>
        <p:spPr>
          <a:xfrm>
            <a:off x="10168128" y="2606039"/>
            <a:ext cx="566928"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03</a:t>
            </a:r>
          </a:p>
        </p:txBody>
      </p:sp>
      <p:sp>
        <p:nvSpPr>
          <p:cNvPr id="12" name="Rectangle 11"/>
          <p:cNvSpPr/>
          <p:nvPr/>
        </p:nvSpPr>
        <p:spPr>
          <a:xfrm>
            <a:off x="10771632" y="2606039"/>
            <a:ext cx="557784" cy="50292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04</a:t>
            </a:r>
          </a:p>
        </p:txBody>
      </p:sp>
      <p:graphicFrame>
        <p:nvGraphicFramePr>
          <p:cNvPr id="13" name="Table 12"/>
          <p:cNvGraphicFramePr>
            <a:graphicFrameLocks noGrp="1"/>
          </p:cNvGraphicFramePr>
          <p:nvPr/>
        </p:nvGraphicFramePr>
        <p:xfrm>
          <a:off x="822960" y="3200399"/>
          <a:ext cx="10543032" cy="2194560"/>
        </p:xfrm>
        <a:graphic>
          <a:graphicData uri="http://schemas.openxmlformats.org/drawingml/2006/table">
            <a:tbl>
              <a:tblPr firstRow="0" bandRow="0">
                <a:tableStyleId>{2D5ABB26-0587-4C30-8999-92F81FD0307C}</a:tableStyleId>
              </a:tblPr>
              <a:tblGrid>
                <a:gridCol w="2377440"/>
                <a:gridCol w="914400"/>
                <a:gridCol w="2103120"/>
                <a:gridCol w="2743200"/>
                <a:gridCol w="603504"/>
                <a:gridCol w="603504"/>
                <a:gridCol w="603504"/>
                <a:gridCol w="594360"/>
              </a:tblGrid>
              <a:tr h="548640">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1"/>
                    </a:solidFill>
                  </a:tcPr>
                </a:tc>
                <a:tc>
                  <a:txBody>
                    <a:bodyPr/>
                    <a:lstStyle/>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Lorem ipsum dolor sit amet</a:t>
                      </a:r>
                    </a:p>
                  </a:txBody>
                  <a:tcPr marL="164592" marR="164592" marT="54864" marB="54864" anchor="ctr">
                    <a:solidFill>
                      <a:schemeClr val="bg1"/>
                    </a:solidFill>
                  </a:tcPr>
                </a:tc>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r>
              <a:tr h="548640">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Lorem ipsum dolor sit amet</a:t>
                      </a:r>
                    </a:p>
                  </a:txBody>
                  <a:tcPr marL="164592" marR="164592" marT="54864" marB="54864" anchor="ctr">
                    <a:solidFill>
                      <a:schemeClr val="bg2"/>
                    </a:solidFill>
                  </a:tcPr>
                </a:tc>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r>
              <a:tr h="548640">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1"/>
                    </a:solidFill>
                  </a:tcPr>
                </a:tc>
                <a:tc>
                  <a:txBody>
                    <a:bodyPr/>
                    <a:lstStyle/>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Lorem ipsum dolor sit amet</a:t>
                      </a:r>
                    </a:p>
                  </a:txBody>
                  <a:tcPr marL="164592" marR="164592" marT="54864" marB="54864" anchor="ctr">
                    <a:solidFill>
                      <a:schemeClr val="bg1"/>
                    </a:solidFill>
                  </a:tcPr>
                </a:tc>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c>
                  <a:txBody>
                    <a:bodyPr/>
                    <a:lstStyle/>
                    <a:p/>
                  </a:txBody>
                  <a:tcPr marL="164592" marR="164592" marT="54864" marB="54864" anchor="ctr">
                    <a:solidFill>
                      <a:schemeClr val="bg1"/>
                    </a:solidFill>
                  </a:tcPr>
                </a:tc>
              </a:tr>
              <a:tr h="548640">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Lorem ipsum dolor sit amet</a:t>
                      </a:r>
                    </a:p>
                  </a:txBody>
                  <a:tcPr marL="164592" marR="164592" marT="54864" marB="54864" anchor="ctr">
                    <a:solidFill>
                      <a:schemeClr val="bg2"/>
                    </a:solidFill>
                  </a:tcPr>
                </a:tc>
                <a:tc>
                  <a:txBody>
                    <a:bodyPr wrap="square" lIns="164592" rIns="164592" tIns="109728" bIns="109728"/>
                    <a:lstStyle/>
                    <a:p>
                      <a:pPr algn="l"/>
                      <a:r>
                        <a:rPr sz="1400" b="0">
                          <a:solidFill>
                            <a:schemeClr val="tx1"/>
                          </a:solidFill>
                          <a:latin typeface="+mn-lt"/>
                        </a:rPr>
                        <a:t>Lorem ipsum dolor sit amet consectetur</a:t>
                      </a:r>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c>
                  <a:txBody>
                    <a:bodyPr/>
                    <a:lstStyle/>
                    <a:p/>
                  </a:txBody>
                  <a:tcPr marL="164592" marR="164592" marT="54864" marB="54864" anchor="ctr">
                    <a:solidFill>
                      <a:schemeClr val="bg2"/>
                    </a:solidFill>
                  </a:tcPr>
                </a:tc>
              </a:tr>
            </a:tbl>
          </a:graphicData>
        </a:graphic>
      </p:graphicFrame>
      <p:sp>
        <p:nvSpPr>
          <p:cNvPr id="14" name="Oval 13"/>
          <p:cNvSpPr/>
          <p:nvPr/>
        </p:nvSpPr>
        <p:spPr>
          <a:xfrm>
            <a:off x="3547872" y="3364991"/>
            <a:ext cx="219456" cy="219456"/>
          </a:xfrm>
          <a:prstGeom prst="ellipse">
            <a:avLst/>
          </a:prstGeom>
          <a:solidFill>
            <a:schemeClr val="accent4"/>
          </a:solidFill>
          <a:ln>
            <a:noFill/>
          </a:ln>
          <a:effectLst/>
        </p:spPr>
        <p:txBody>
          <a:bodyPr rtlCol="0" anchor="ctr"/>
          <a:lstStyle/>
          <a:p>
            <a:pPr algn="ctr"/>
          </a:p>
        </p:txBody>
      </p:sp>
      <p:sp>
        <p:nvSpPr>
          <p:cNvPr id="15" name="Rectangle 14"/>
          <p:cNvSpPr/>
          <p:nvPr/>
        </p:nvSpPr>
        <p:spPr>
          <a:xfrm>
            <a:off x="9015984" y="3355847"/>
            <a:ext cx="2295144" cy="237744"/>
          </a:xfrm>
          <a:prstGeom prst="rect">
            <a:avLst/>
          </a:prstGeom>
          <a:solidFill>
            <a:schemeClr val="accent4"/>
          </a:solidFill>
          <a:ln>
            <a:noFill/>
          </a:ln>
          <a:effectLst/>
        </p:spPr>
        <p:txBody>
          <a:bodyPr rtlCol="0" anchor="ctr"/>
          <a:lstStyle/>
          <a:p>
            <a:pPr algn="ctr"/>
          </a:p>
        </p:txBody>
      </p:sp>
      <p:sp>
        <p:nvSpPr>
          <p:cNvPr id="16" name="Oval 15"/>
          <p:cNvSpPr/>
          <p:nvPr/>
        </p:nvSpPr>
        <p:spPr>
          <a:xfrm>
            <a:off x="3547872" y="3913631"/>
            <a:ext cx="219456" cy="219456"/>
          </a:xfrm>
          <a:prstGeom prst="ellipse">
            <a:avLst/>
          </a:prstGeom>
          <a:solidFill>
            <a:schemeClr val="accent2"/>
          </a:solidFill>
          <a:ln>
            <a:noFill/>
          </a:ln>
          <a:effectLst/>
        </p:spPr>
        <p:txBody>
          <a:bodyPr rtlCol="0" anchor="ctr"/>
          <a:lstStyle/>
          <a:p>
            <a:pPr algn="ctr"/>
          </a:p>
        </p:txBody>
      </p:sp>
      <p:sp>
        <p:nvSpPr>
          <p:cNvPr id="17" name="Rectangle 16"/>
          <p:cNvSpPr/>
          <p:nvPr/>
        </p:nvSpPr>
        <p:spPr>
          <a:xfrm>
            <a:off x="9015984" y="3904487"/>
            <a:ext cx="1652503" cy="237744"/>
          </a:xfrm>
          <a:prstGeom prst="rect">
            <a:avLst/>
          </a:prstGeom>
          <a:solidFill>
            <a:schemeClr val="accent2"/>
          </a:solidFill>
          <a:ln>
            <a:noFill/>
          </a:ln>
          <a:effectLst/>
        </p:spPr>
        <p:txBody>
          <a:bodyPr rtlCol="0" anchor="ctr"/>
          <a:lstStyle/>
          <a:p>
            <a:pPr algn="ctr"/>
          </a:p>
        </p:txBody>
      </p:sp>
      <p:sp>
        <p:nvSpPr>
          <p:cNvPr id="18" name="Oval 17"/>
          <p:cNvSpPr/>
          <p:nvPr/>
        </p:nvSpPr>
        <p:spPr>
          <a:xfrm>
            <a:off x="3547872" y="4462271"/>
            <a:ext cx="219456" cy="219456"/>
          </a:xfrm>
          <a:prstGeom prst="ellipse">
            <a:avLst/>
          </a:prstGeom>
          <a:solidFill>
            <a:schemeClr val="accent6"/>
          </a:solidFill>
          <a:ln>
            <a:noFill/>
          </a:ln>
          <a:effectLst/>
        </p:spPr>
        <p:txBody>
          <a:bodyPr rtlCol="0" anchor="ctr"/>
          <a:lstStyle/>
          <a:p>
            <a:pPr algn="ctr"/>
          </a:p>
        </p:txBody>
      </p:sp>
      <p:sp>
        <p:nvSpPr>
          <p:cNvPr id="19" name="Rectangle 18"/>
          <p:cNvSpPr/>
          <p:nvPr/>
        </p:nvSpPr>
        <p:spPr>
          <a:xfrm>
            <a:off x="9015984" y="4453127"/>
            <a:ext cx="413125" cy="237744"/>
          </a:xfrm>
          <a:prstGeom prst="rect">
            <a:avLst/>
          </a:prstGeom>
          <a:solidFill>
            <a:schemeClr val="accent6"/>
          </a:solidFill>
          <a:ln>
            <a:noFill/>
          </a:ln>
          <a:effectLst/>
        </p:spPr>
        <p:txBody>
          <a:bodyPr rtlCol="0" anchor="ctr"/>
          <a:lstStyle/>
          <a:p>
            <a:pPr algn="ctr"/>
          </a:p>
        </p:txBody>
      </p:sp>
      <p:sp>
        <p:nvSpPr>
          <p:cNvPr id="20" name="Oval 19"/>
          <p:cNvSpPr/>
          <p:nvPr/>
        </p:nvSpPr>
        <p:spPr>
          <a:xfrm>
            <a:off x="3547872" y="5010911"/>
            <a:ext cx="219456" cy="219456"/>
          </a:xfrm>
          <a:prstGeom prst="ellipse">
            <a:avLst/>
          </a:prstGeom>
          <a:solidFill>
            <a:schemeClr val="accent4"/>
          </a:solidFill>
          <a:ln>
            <a:noFill/>
          </a:ln>
          <a:effectLst/>
        </p:spPr>
        <p:txBody>
          <a:bodyPr rtlCol="0" anchor="ctr"/>
          <a:lstStyle/>
          <a:p>
            <a:pPr algn="ctr"/>
          </a:p>
        </p:txBody>
      </p:sp>
      <p:sp>
        <p:nvSpPr>
          <p:cNvPr id="21" name="Rectangle 20"/>
          <p:cNvSpPr/>
          <p:nvPr/>
        </p:nvSpPr>
        <p:spPr>
          <a:xfrm>
            <a:off x="9015984" y="5001767"/>
            <a:ext cx="2180386" cy="237744"/>
          </a:xfrm>
          <a:prstGeom prst="rect">
            <a:avLst/>
          </a:prstGeom>
          <a:solidFill>
            <a:schemeClr val="accent4"/>
          </a:solidFill>
          <a:ln>
            <a:noFill/>
          </a:ln>
          <a:effectLst/>
        </p:spPr>
        <p:txBody>
          <a:bodyPr rtlCol="0" anchor="ctr"/>
          <a:lstStyle/>
          <a:p>
            <a:pPr algn="ctr"/>
          </a:p>
        </p:txBody>
      </p:sp>
      <p:sp>
        <p:nvSpPr>
          <p:cNvPr id="22" name="Rectangle 21"/>
          <p:cNvSpPr/>
          <p:nvPr/>
        </p:nvSpPr>
        <p:spPr>
          <a:xfrm>
            <a:off x="9564624" y="3200399"/>
            <a:ext cx="9144" cy="2194560"/>
          </a:xfrm>
          <a:prstGeom prst="rect">
            <a:avLst/>
          </a:prstGeom>
          <a:solidFill>
            <a:schemeClr val="accent5"/>
          </a:solidFill>
          <a:ln>
            <a:noFill/>
          </a:ln>
          <a:effectLst/>
        </p:spPr>
        <p:txBody>
          <a:bodyPr rtlCol="0" anchor="ctr"/>
          <a:lstStyle/>
          <a:p>
            <a:pPr algn="ctr"/>
          </a:p>
        </p:txBody>
      </p:sp>
      <p:sp>
        <p:nvSpPr>
          <p:cNvPr id="23" name="Rectangle 22"/>
          <p:cNvSpPr/>
          <p:nvPr/>
        </p:nvSpPr>
        <p:spPr>
          <a:xfrm>
            <a:off x="10168128" y="3200399"/>
            <a:ext cx="9144" cy="2194560"/>
          </a:xfrm>
          <a:prstGeom prst="rect">
            <a:avLst/>
          </a:prstGeom>
          <a:solidFill>
            <a:schemeClr val="accent5"/>
          </a:solidFill>
          <a:ln>
            <a:noFill/>
          </a:ln>
          <a:effectLst/>
        </p:spPr>
        <p:txBody>
          <a:bodyPr rtlCol="0" anchor="ctr"/>
          <a:lstStyle/>
          <a:p>
            <a:pPr algn="ctr"/>
          </a:p>
        </p:txBody>
      </p:sp>
      <p:sp>
        <p:nvSpPr>
          <p:cNvPr id="24" name="Rectangle 23"/>
          <p:cNvSpPr/>
          <p:nvPr/>
        </p:nvSpPr>
        <p:spPr>
          <a:xfrm>
            <a:off x="10771632" y="3200399"/>
            <a:ext cx="9144" cy="2194560"/>
          </a:xfrm>
          <a:prstGeom prst="rect">
            <a:avLst/>
          </a:prstGeom>
          <a:solidFill>
            <a:schemeClr val="accent5"/>
          </a:solidFill>
          <a:ln>
            <a:noFill/>
          </a:ln>
          <a:effectLst/>
        </p:spPr>
        <p:txBody>
          <a:bodyPr rtlCol="0" anchor="ctr"/>
          <a:lstStyle/>
          <a:p>
            <a:pPr algn="ctr"/>
          </a:p>
        </p:txBody>
      </p:sp>
      <p:sp>
        <p:nvSpPr>
          <p:cNvPr id="25" name="Oval 24"/>
          <p:cNvSpPr/>
          <p:nvPr/>
        </p:nvSpPr>
        <p:spPr>
          <a:xfrm>
            <a:off x="7391095" y="5623559"/>
            <a:ext cx="201168" cy="201168"/>
          </a:xfrm>
          <a:prstGeom prst="ellipse">
            <a:avLst/>
          </a:prstGeom>
          <a:solidFill>
            <a:schemeClr val="accent4"/>
          </a:solidFill>
          <a:ln>
            <a:noFill/>
          </a:ln>
          <a:effectLst/>
        </p:spPr>
        <p:txBody>
          <a:bodyPr rtlCol="0" anchor="ctr"/>
          <a:lstStyle/>
          <a:p>
            <a:pPr algn="ctr"/>
          </a:p>
        </p:txBody>
      </p:sp>
      <p:sp>
        <p:nvSpPr>
          <p:cNvPr id="26" name="TextBox 25"/>
          <p:cNvSpPr txBox="1"/>
          <p:nvPr/>
        </p:nvSpPr>
        <p:spPr>
          <a:xfrm>
            <a:off x="7683703" y="5559551"/>
            <a:ext cx="960120" cy="310896"/>
          </a:xfrm>
          <a:prstGeom prst="rect">
            <a:avLst/>
          </a:prstGeom>
          <a:noFill/>
        </p:spPr>
        <p:txBody>
          <a:bodyPr wrap="square" anchor="ctr" lIns="0" rIns="0" tIns="0" bIns="0">
            <a:spAutoFit/>
          </a:bodyPr>
          <a:lstStyle/>
          <a:p>
            <a:pPr algn="l"/>
            <a:r>
              <a:rPr sz="1400" b="0">
                <a:solidFill>
                  <a:schemeClr val="tx1"/>
                </a:solidFill>
                <a:latin typeface="+mn-lt"/>
              </a:rPr>
              <a:t>Lorem</a:t>
            </a:r>
          </a:p>
        </p:txBody>
      </p:sp>
      <p:sp>
        <p:nvSpPr>
          <p:cNvPr id="27" name="Oval 26"/>
          <p:cNvSpPr/>
          <p:nvPr/>
        </p:nvSpPr>
        <p:spPr>
          <a:xfrm>
            <a:off x="8716975" y="5623559"/>
            <a:ext cx="201168" cy="201168"/>
          </a:xfrm>
          <a:prstGeom prst="ellipse">
            <a:avLst/>
          </a:prstGeom>
          <a:solidFill>
            <a:schemeClr val="accent2"/>
          </a:solidFill>
          <a:ln>
            <a:noFill/>
          </a:ln>
          <a:effectLst/>
        </p:spPr>
        <p:txBody>
          <a:bodyPr rtlCol="0" anchor="ctr"/>
          <a:lstStyle/>
          <a:p>
            <a:pPr algn="ctr"/>
          </a:p>
        </p:txBody>
      </p:sp>
      <p:sp>
        <p:nvSpPr>
          <p:cNvPr id="28" name="TextBox 27"/>
          <p:cNvSpPr txBox="1"/>
          <p:nvPr/>
        </p:nvSpPr>
        <p:spPr>
          <a:xfrm>
            <a:off x="9009583" y="5559551"/>
            <a:ext cx="960120" cy="310896"/>
          </a:xfrm>
          <a:prstGeom prst="rect">
            <a:avLst/>
          </a:prstGeom>
          <a:noFill/>
        </p:spPr>
        <p:txBody>
          <a:bodyPr wrap="square" anchor="ctr" lIns="0" rIns="0" tIns="0" bIns="0">
            <a:spAutoFit/>
          </a:bodyPr>
          <a:lstStyle/>
          <a:p>
            <a:pPr algn="l"/>
            <a:r>
              <a:rPr sz="1400" b="0">
                <a:solidFill>
                  <a:schemeClr val="tx1"/>
                </a:solidFill>
                <a:latin typeface="+mn-lt"/>
              </a:rPr>
              <a:t>Lorem</a:t>
            </a:r>
          </a:p>
        </p:txBody>
      </p:sp>
      <p:sp>
        <p:nvSpPr>
          <p:cNvPr id="29" name="Oval 28"/>
          <p:cNvSpPr/>
          <p:nvPr/>
        </p:nvSpPr>
        <p:spPr>
          <a:xfrm>
            <a:off x="10042855" y="5623559"/>
            <a:ext cx="201168" cy="201168"/>
          </a:xfrm>
          <a:prstGeom prst="ellipse">
            <a:avLst/>
          </a:prstGeom>
          <a:solidFill>
            <a:schemeClr val="accent6"/>
          </a:solidFill>
          <a:ln>
            <a:noFill/>
          </a:ln>
          <a:effectLst/>
        </p:spPr>
        <p:txBody>
          <a:bodyPr rtlCol="0" anchor="ctr"/>
          <a:lstStyle/>
          <a:p>
            <a:pPr algn="ctr"/>
          </a:p>
        </p:txBody>
      </p:sp>
      <p:sp>
        <p:nvSpPr>
          <p:cNvPr id="30" name="TextBox 29"/>
          <p:cNvSpPr txBox="1"/>
          <p:nvPr/>
        </p:nvSpPr>
        <p:spPr>
          <a:xfrm>
            <a:off x="10335463" y="5559551"/>
            <a:ext cx="960120" cy="310896"/>
          </a:xfrm>
          <a:prstGeom prst="rect">
            <a:avLst/>
          </a:prstGeom>
          <a:noFill/>
        </p:spPr>
        <p:txBody>
          <a:bodyPr wrap="square" anchor="ctr" lIns="0" rIns="0" tIns="0" bIns="0">
            <a:spAutoFit/>
          </a:bodyPr>
          <a:lstStyle/>
          <a:p>
            <a:pPr algn="l"/>
            <a:r>
              <a:rPr sz="1400" b="0">
                <a:solidFill>
                  <a:schemeClr val="tx1"/>
                </a:solidFill>
                <a:latin typeface="+mn-lt"/>
              </a:rPr>
              <a:t>Lorem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graphicFrame>
        <p:nvGraphicFramePr>
          <p:cNvPr id="4" name="Chart 3"/>
          <p:cNvGraphicFramePr>
            <a:graphicFrameLocks noGrp="1"/>
          </p:cNvGraphicFramePr>
          <p:nvPr/>
        </p:nvGraphicFramePr>
        <p:xfrm>
          <a:off x="4361688" y="1965960"/>
          <a:ext cx="3468319" cy="4069079"/>
        </p:xfrm>
        <a:graphic>
          <a:graphicData uri="http://schemas.openxmlformats.org/drawingml/2006/chart">
            <c:chart xmlns:c="http://schemas.openxmlformats.org/drawingml/2006/chart" r:id="rId2"/>
          </a:graphicData>
        </a:graphic>
      </p:graphicFrame>
      <p:sp>
        <p:nvSpPr>
          <p:cNvPr id="5" name="Rectangle 4"/>
          <p:cNvSpPr/>
          <p:nvPr/>
        </p:nvSpPr>
        <p:spPr>
          <a:xfrm>
            <a:off x="822960" y="1965960"/>
            <a:ext cx="3246120" cy="193395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a:t>
            </a:r>
          </a:p>
        </p:txBody>
      </p:sp>
      <p:sp>
        <p:nvSpPr>
          <p:cNvPr id="6" name="Rectangle 5"/>
          <p:cNvSpPr/>
          <p:nvPr/>
        </p:nvSpPr>
        <p:spPr>
          <a:xfrm>
            <a:off x="4069080" y="2932937"/>
            <a:ext cx="292608" cy="27432"/>
          </a:xfrm>
          <a:prstGeom prst="rect">
            <a:avLst/>
          </a:prstGeom>
          <a:solidFill>
            <a:schemeClr val="accent4"/>
          </a:solidFill>
          <a:ln>
            <a:noFill/>
          </a:ln>
          <a:effectLst/>
        </p:spPr>
        <p:txBody>
          <a:bodyPr rtlCol="0" anchor="ctr"/>
          <a:lstStyle/>
          <a:p>
            <a:pPr algn="ctr"/>
          </a:p>
        </p:txBody>
      </p:sp>
      <p:sp>
        <p:nvSpPr>
          <p:cNvPr id="7" name="Rectangle 6"/>
          <p:cNvSpPr/>
          <p:nvPr/>
        </p:nvSpPr>
        <p:spPr>
          <a:xfrm>
            <a:off x="822960" y="4101083"/>
            <a:ext cx="3246120" cy="193395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a:t>
            </a:r>
          </a:p>
        </p:txBody>
      </p:sp>
      <p:sp>
        <p:nvSpPr>
          <p:cNvPr id="8" name="Rectangle 7"/>
          <p:cNvSpPr/>
          <p:nvPr/>
        </p:nvSpPr>
        <p:spPr>
          <a:xfrm>
            <a:off x="4069080" y="5068062"/>
            <a:ext cx="292608" cy="27432"/>
          </a:xfrm>
          <a:prstGeom prst="rect">
            <a:avLst/>
          </a:prstGeom>
          <a:solidFill>
            <a:schemeClr val="accent4"/>
          </a:solidFill>
          <a:ln>
            <a:noFill/>
          </a:ln>
          <a:effectLst/>
        </p:spPr>
        <p:txBody>
          <a:bodyPr rtlCol="0" anchor="ctr"/>
          <a:lstStyle/>
          <a:p>
            <a:pPr algn="ctr"/>
          </a:p>
        </p:txBody>
      </p:sp>
      <p:sp>
        <p:nvSpPr>
          <p:cNvPr id="9" name="Rectangle 8"/>
          <p:cNvSpPr/>
          <p:nvPr/>
        </p:nvSpPr>
        <p:spPr>
          <a:xfrm>
            <a:off x="8122615" y="1965960"/>
            <a:ext cx="3246120" cy="193395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a:t>
            </a:r>
          </a:p>
        </p:txBody>
      </p:sp>
      <p:sp>
        <p:nvSpPr>
          <p:cNvPr id="10" name="Rectangle 9"/>
          <p:cNvSpPr/>
          <p:nvPr/>
        </p:nvSpPr>
        <p:spPr>
          <a:xfrm>
            <a:off x="7830007" y="2932937"/>
            <a:ext cx="292608" cy="27432"/>
          </a:xfrm>
          <a:prstGeom prst="rect">
            <a:avLst/>
          </a:prstGeom>
          <a:solidFill>
            <a:schemeClr val="accent4"/>
          </a:solidFill>
          <a:ln>
            <a:noFill/>
          </a:ln>
          <a:effectLst/>
        </p:spPr>
        <p:txBody>
          <a:bodyPr rtlCol="0" anchor="ctr"/>
          <a:lstStyle/>
          <a:p>
            <a:pPr algn="ctr"/>
          </a:p>
        </p:txBody>
      </p:sp>
      <p:sp>
        <p:nvSpPr>
          <p:cNvPr id="11" name="Rectangle 10"/>
          <p:cNvSpPr/>
          <p:nvPr/>
        </p:nvSpPr>
        <p:spPr>
          <a:xfrm>
            <a:off x="8122615" y="4101083"/>
            <a:ext cx="3246120" cy="1933955"/>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a:t>
            </a:r>
          </a:p>
        </p:txBody>
      </p:sp>
      <p:sp>
        <p:nvSpPr>
          <p:cNvPr id="12" name="Rectangle 11"/>
          <p:cNvSpPr/>
          <p:nvPr/>
        </p:nvSpPr>
        <p:spPr>
          <a:xfrm>
            <a:off x="7830007" y="5068062"/>
            <a:ext cx="292608" cy="27432"/>
          </a:xfrm>
          <a:prstGeom prst="rect">
            <a:avLst/>
          </a:prstGeom>
          <a:solidFill>
            <a:schemeClr val="accent4"/>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graphicFrame>
        <p:nvGraphicFramePr>
          <p:cNvPr id="4" name="Chart 3"/>
          <p:cNvGraphicFramePr>
            <a:graphicFrameLocks noGrp="1"/>
          </p:cNvGraphicFramePr>
          <p:nvPr/>
        </p:nvGraphicFramePr>
        <p:xfrm>
          <a:off x="822960" y="1965960"/>
          <a:ext cx="7007047" cy="4069079"/>
        </p:xfrm>
        <a:graphic>
          <a:graphicData uri="http://schemas.openxmlformats.org/drawingml/2006/chart">
            <c:chart xmlns:c="http://schemas.openxmlformats.org/drawingml/2006/chart" r:id="rId2"/>
          </a:graphicData>
        </a:graphic>
      </p:graphicFrame>
      <p:sp>
        <p:nvSpPr>
          <p:cNvPr id="5" name="Rectangle 4"/>
          <p:cNvSpPr/>
          <p:nvPr/>
        </p:nvSpPr>
        <p:spPr>
          <a:xfrm>
            <a:off x="8122615" y="1965960"/>
            <a:ext cx="3246120"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
        <p:nvSpPr>
          <p:cNvPr id="6" name="Rectangle 5"/>
          <p:cNvSpPr/>
          <p:nvPr/>
        </p:nvSpPr>
        <p:spPr>
          <a:xfrm>
            <a:off x="8122615" y="3389375"/>
            <a:ext cx="3246120"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
        <p:nvSpPr>
          <p:cNvPr id="7" name="Rectangle 6"/>
          <p:cNvSpPr/>
          <p:nvPr/>
        </p:nvSpPr>
        <p:spPr>
          <a:xfrm>
            <a:off x="8122615" y="4812791"/>
            <a:ext cx="3246120" cy="1222247"/>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a:t>
            </a:r>
          </a:p>
        </p:txBody>
      </p:sp>
      <p:sp>
        <p:nvSpPr>
          <p:cNvPr id="5" name="Rectangle 4"/>
          <p:cNvSpPr/>
          <p:nvPr/>
        </p:nvSpPr>
        <p:spPr>
          <a:xfrm>
            <a:off x="822960" y="2606039"/>
            <a:ext cx="4989423" cy="1929384"/>
          </a:xfrm>
          <a:prstGeom prst="rect">
            <a:avLst/>
          </a:prstGeom>
          <a:solidFill>
            <a:schemeClr val="bg2"/>
          </a:solidFill>
          <a:ln>
            <a:noFill/>
          </a:ln>
          <a:effectLst/>
        </p:spPr>
        <p:txBody>
          <a:bodyPr rtlCol="0" anchor="ctr"/>
          <a:lstStyle/>
          <a:p>
            <a:pPr algn="ctr"/>
          </a:p>
        </p:txBody>
      </p:sp>
      <p:sp>
        <p:nvSpPr>
          <p:cNvPr id="6" name="TextBox 5"/>
          <p:cNvSpPr txBox="1"/>
          <p:nvPr/>
        </p:nvSpPr>
        <p:spPr>
          <a:xfrm>
            <a:off x="822960" y="2715768"/>
            <a:ext cx="4989423"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7" name="Oval 6"/>
          <p:cNvSpPr/>
          <p:nvPr/>
        </p:nvSpPr>
        <p:spPr>
          <a:xfrm>
            <a:off x="1386306" y="3338017"/>
            <a:ext cx="658368" cy="658368"/>
          </a:xfrm>
          <a:prstGeom prst="ellipse">
            <a:avLst/>
          </a:prstGeom>
          <a:solidFill>
            <a:schemeClr val="accent3"/>
          </a:solidFill>
          <a:ln>
            <a:noFill/>
          </a:ln>
          <a:effectLst/>
        </p:spPr>
        <p:txBody>
          <a:bodyPr rtlCol="0" anchor="ctr"/>
          <a:lstStyle/>
          <a:p>
            <a:pPr algn="ctr"/>
          </a:p>
        </p:txBody>
      </p:sp>
      <p:sp>
        <p:nvSpPr>
          <p:cNvPr id="8" name="TextBox 7"/>
          <p:cNvSpPr txBox="1"/>
          <p:nvPr/>
        </p:nvSpPr>
        <p:spPr>
          <a:xfrm>
            <a:off x="987552"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9" name="Right Arrow 8"/>
          <p:cNvSpPr/>
          <p:nvPr/>
        </p:nvSpPr>
        <p:spPr>
          <a:xfrm>
            <a:off x="2461717" y="3584905"/>
            <a:ext cx="109728" cy="164592"/>
          </a:xfrm>
          <a:prstGeom prst="rightArrow">
            <a:avLst/>
          </a:prstGeom>
          <a:solidFill>
            <a:schemeClr val="accent4"/>
          </a:solidFill>
          <a:ln>
            <a:noFill/>
          </a:ln>
          <a:effectLst/>
        </p:spPr>
        <p:txBody>
          <a:bodyPr rtlCol="0" anchor="ctr"/>
          <a:lstStyle/>
          <a:p>
            <a:pPr algn="ctr"/>
          </a:p>
        </p:txBody>
      </p:sp>
      <p:sp>
        <p:nvSpPr>
          <p:cNvPr id="10" name="Oval 9"/>
          <p:cNvSpPr/>
          <p:nvPr/>
        </p:nvSpPr>
        <p:spPr>
          <a:xfrm>
            <a:off x="2988487" y="3338017"/>
            <a:ext cx="658368" cy="658368"/>
          </a:xfrm>
          <a:prstGeom prst="ellipse">
            <a:avLst/>
          </a:prstGeom>
          <a:solidFill>
            <a:schemeClr val="accent3"/>
          </a:solidFill>
          <a:ln>
            <a:noFill/>
          </a:ln>
          <a:effectLst/>
        </p:spPr>
        <p:txBody>
          <a:bodyPr rtlCol="0" anchor="ctr"/>
          <a:lstStyle/>
          <a:p>
            <a:pPr algn="ctr"/>
          </a:p>
        </p:txBody>
      </p:sp>
      <p:sp>
        <p:nvSpPr>
          <p:cNvPr id="11" name="TextBox 10"/>
          <p:cNvSpPr txBox="1"/>
          <p:nvPr/>
        </p:nvSpPr>
        <p:spPr>
          <a:xfrm>
            <a:off x="2589733"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12" name="Right Arrow 11"/>
          <p:cNvSpPr/>
          <p:nvPr/>
        </p:nvSpPr>
        <p:spPr>
          <a:xfrm>
            <a:off x="4063898" y="3584905"/>
            <a:ext cx="109728" cy="164592"/>
          </a:xfrm>
          <a:prstGeom prst="rightArrow">
            <a:avLst/>
          </a:prstGeom>
          <a:solidFill>
            <a:schemeClr val="accent4"/>
          </a:solidFill>
          <a:ln>
            <a:noFill/>
          </a:ln>
          <a:effectLst/>
        </p:spPr>
        <p:txBody>
          <a:bodyPr rtlCol="0" anchor="ctr"/>
          <a:lstStyle/>
          <a:p>
            <a:pPr algn="ctr"/>
          </a:p>
        </p:txBody>
      </p:sp>
      <p:sp>
        <p:nvSpPr>
          <p:cNvPr id="13" name="Oval 12"/>
          <p:cNvSpPr/>
          <p:nvPr/>
        </p:nvSpPr>
        <p:spPr>
          <a:xfrm>
            <a:off x="4590668" y="3338017"/>
            <a:ext cx="658368" cy="658368"/>
          </a:xfrm>
          <a:prstGeom prst="ellipse">
            <a:avLst/>
          </a:prstGeom>
          <a:solidFill>
            <a:schemeClr val="accent3"/>
          </a:solidFill>
          <a:ln>
            <a:noFill/>
          </a:ln>
          <a:effectLst/>
        </p:spPr>
        <p:txBody>
          <a:bodyPr rtlCol="0" anchor="ctr"/>
          <a:lstStyle/>
          <a:p>
            <a:pPr algn="ctr"/>
          </a:p>
        </p:txBody>
      </p:sp>
      <p:sp>
        <p:nvSpPr>
          <p:cNvPr id="14" name="TextBox 13"/>
          <p:cNvSpPr txBox="1"/>
          <p:nvPr/>
        </p:nvSpPr>
        <p:spPr>
          <a:xfrm>
            <a:off x="4191914"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15" name="Rectangle 14"/>
          <p:cNvSpPr/>
          <p:nvPr/>
        </p:nvSpPr>
        <p:spPr>
          <a:xfrm>
            <a:off x="6379311" y="2606039"/>
            <a:ext cx="4989423" cy="1929384"/>
          </a:xfrm>
          <a:prstGeom prst="rect">
            <a:avLst/>
          </a:prstGeom>
          <a:solidFill>
            <a:schemeClr val="bg2"/>
          </a:solidFill>
          <a:ln>
            <a:noFill/>
          </a:ln>
          <a:effectLst/>
        </p:spPr>
        <p:txBody>
          <a:bodyPr rtlCol="0" anchor="ctr"/>
          <a:lstStyle/>
          <a:p>
            <a:pPr algn="ctr"/>
          </a:p>
        </p:txBody>
      </p:sp>
      <p:sp>
        <p:nvSpPr>
          <p:cNvPr id="16" name="TextBox 15"/>
          <p:cNvSpPr txBox="1"/>
          <p:nvPr/>
        </p:nvSpPr>
        <p:spPr>
          <a:xfrm>
            <a:off x="6379311" y="2715768"/>
            <a:ext cx="4989423" cy="310896"/>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17" name="Oval 16"/>
          <p:cNvSpPr/>
          <p:nvPr/>
        </p:nvSpPr>
        <p:spPr>
          <a:xfrm>
            <a:off x="6942658" y="3338017"/>
            <a:ext cx="658368" cy="658368"/>
          </a:xfrm>
          <a:prstGeom prst="ellipse">
            <a:avLst/>
          </a:prstGeom>
          <a:solidFill>
            <a:schemeClr val="accent3"/>
          </a:solidFill>
          <a:ln>
            <a:noFill/>
          </a:ln>
          <a:effectLst/>
        </p:spPr>
        <p:txBody>
          <a:bodyPr rtlCol="0" anchor="ctr"/>
          <a:lstStyle/>
          <a:p>
            <a:pPr algn="ctr"/>
          </a:p>
        </p:txBody>
      </p:sp>
      <p:sp>
        <p:nvSpPr>
          <p:cNvPr id="18" name="TextBox 17"/>
          <p:cNvSpPr txBox="1"/>
          <p:nvPr/>
        </p:nvSpPr>
        <p:spPr>
          <a:xfrm>
            <a:off x="6543903"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19" name="Right Arrow 18"/>
          <p:cNvSpPr/>
          <p:nvPr/>
        </p:nvSpPr>
        <p:spPr>
          <a:xfrm>
            <a:off x="8018068" y="3584905"/>
            <a:ext cx="109728" cy="164592"/>
          </a:xfrm>
          <a:prstGeom prst="rightArrow">
            <a:avLst/>
          </a:prstGeom>
          <a:solidFill>
            <a:schemeClr val="accent4"/>
          </a:solidFill>
          <a:ln>
            <a:noFill/>
          </a:ln>
          <a:effectLst/>
        </p:spPr>
        <p:txBody>
          <a:bodyPr rtlCol="0" anchor="ctr"/>
          <a:lstStyle/>
          <a:p>
            <a:pPr algn="ctr"/>
          </a:p>
        </p:txBody>
      </p:sp>
      <p:sp>
        <p:nvSpPr>
          <p:cNvPr id="20" name="Oval 19"/>
          <p:cNvSpPr/>
          <p:nvPr/>
        </p:nvSpPr>
        <p:spPr>
          <a:xfrm>
            <a:off x="8544839" y="3338017"/>
            <a:ext cx="658368" cy="658368"/>
          </a:xfrm>
          <a:prstGeom prst="ellipse">
            <a:avLst/>
          </a:prstGeom>
          <a:solidFill>
            <a:schemeClr val="accent3"/>
          </a:solidFill>
          <a:ln>
            <a:noFill/>
          </a:ln>
          <a:effectLst/>
        </p:spPr>
        <p:txBody>
          <a:bodyPr rtlCol="0" anchor="ctr"/>
          <a:lstStyle/>
          <a:p>
            <a:pPr algn="ctr"/>
          </a:p>
        </p:txBody>
      </p:sp>
      <p:sp>
        <p:nvSpPr>
          <p:cNvPr id="21" name="TextBox 20"/>
          <p:cNvSpPr txBox="1"/>
          <p:nvPr/>
        </p:nvSpPr>
        <p:spPr>
          <a:xfrm>
            <a:off x="8146084"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22" name="Right Arrow 21"/>
          <p:cNvSpPr/>
          <p:nvPr/>
        </p:nvSpPr>
        <p:spPr>
          <a:xfrm>
            <a:off x="9620249" y="3584905"/>
            <a:ext cx="109728" cy="164592"/>
          </a:xfrm>
          <a:prstGeom prst="rightArrow">
            <a:avLst/>
          </a:prstGeom>
          <a:solidFill>
            <a:schemeClr val="accent4"/>
          </a:solidFill>
          <a:ln>
            <a:noFill/>
          </a:ln>
          <a:effectLst/>
        </p:spPr>
        <p:txBody>
          <a:bodyPr rtlCol="0" anchor="ctr"/>
          <a:lstStyle/>
          <a:p>
            <a:pPr algn="ctr"/>
          </a:p>
        </p:txBody>
      </p:sp>
      <p:sp>
        <p:nvSpPr>
          <p:cNvPr id="23" name="Oval 22"/>
          <p:cNvSpPr/>
          <p:nvPr/>
        </p:nvSpPr>
        <p:spPr>
          <a:xfrm>
            <a:off x="10147020" y="3338017"/>
            <a:ext cx="658368" cy="658368"/>
          </a:xfrm>
          <a:prstGeom prst="ellipse">
            <a:avLst/>
          </a:prstGeom>
          <a:solidFill>
            <a:schemeClr val="accent3"/>
          </a:solidFill>
          <a:ln>
            <a:noFill/>
          </a:ln>
          <a:effectLst/>
        </p:spPr>
        <p:txBody>
          <a:bodyPr rtlCol="0" anchor="ctr"/>
          <a:lstStyle/>
          <a:p>
            <a:pPr algn="ctr"/>
          </a:p>
        </p:txBody>
      </p:sp>
      <p:sp>
        <p:nvSpPr>
          <p:cNvPr id="24" name="TextBox 23"/>
          <p:cNvSpPr txBox="1"/>
          <p:nvPr/>
        </p:nvSpPr>
        <p:spPr>
          <a:xfrm>
            <a:off x="9748266" y="4087825"/>
            <a:ext cx="1455877" cy="457200"/>
          </a:xfrm>
          <a:prstGeom prst="rect">
            <a:avLst/>
          </a:prstGeom>
          <a:noFill/>
        </p:spPr>
        <p:txBody>
          <a:bodyPr wrap="square" anchor="t" lIns="0" rIns="0" tIns="0" bIns="0">
            <a:spAutoFit/>
          </a:bodyPr>
          <a:lstStyle/>
          <a:p>
            <a:pPr algn="ctr"/>
            <a:r>
              <a:rPr sz="1400" b="0">
                <a:solidFill>
                  <a:schemeClr val="tx1"/>
                </a:solidFill>
                <a:latin typeface="+mn-lt"/>
              </a:rPr>
              <a:t>Lorem Ipsum</a:t>
            </a:r>
          </a:p>
        </p:txBody>
      </p:sp>
      <p:sp>
        <p:nvSpPr>
          <p:cNvPr id="25" name="Rectangle 24"/>
          <p:cNvSpPr/>
          <p:nvPr/>
        </p:nvSpPr>
        <p:spPr>
          <a:xfrm>
            <a:off x="6095847" y="2459735"/>
            <a:ext cx="27432" cy="2221991"/>
          </a:xfrm>
          <a:prstGeom prst="rect">
            <a:avLst/>
          </a:prstGeom>
          <a:solidFill>
            <a:schemeClr val="accent4"/>
          </a:solidFill>
          <a:ln>
            <a:noFill/>
          </a:ln>
          <a:effectLst/>
        </p:spPr>
        <p:txBody>
          <a:bodyPr rtlCol="0" anchor="ctr"/>
          <a:lstStyle/>
          <a:p>
            <a:pPr algn="ctr"/>
          </a:p>
        </p:txBody>
      </p:sp>
      <p:sp>
        <p:nvSpPr>
          <p:cNvPr id="26" name="Rectangle 25"/>
          <p:cNvSpPr/>
          <p:nvPr/>
        </p:nvSpPr>
        <p:spPr>
          <a:xfrm>
            <a:off x="5547207" y="2148839"/>
            <a:ext cx="1097280" cy="365760"/>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27" name="Rectangle 26"/>
          <p:cNvSpPr/>
          <p:nvPr/>
        </p:nvSpPr>
        <p:spPr>
          <a:xfrm>
            <a:off x="822960" y="4736591"/>
            <a:ext cx="3320186" cy="530352"/>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Lorem Ipsum Dolor</a:t>
            </a:r>
          </a:p>
        </p:txBody>
      </p:sp>
      <p:sp>
        <p:nvSpPr>
          <p:cNvPr id="28" name="Rectangle 27"/>
          <p:cNvSpPr/>
          <p:nvPr/>
        </p:nvSpPr>
        <p:spPr>
          <a:xfrm>
            <a:off x="4435754" y="4736591"/>
            <a:ext cx="3320186" cy="530352"/>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Lorem Ipsum Dolor</a:t>
            </a:r>
          </a:p>
        </p:txBody>
      </p:sp>
      <p:sp>
        <p:nvSpPr>
          <p:cNvPr id="29" name="Rectangle 28"/>
          <p:cNvSpPr/>
          <p:nvPr/>
        </p:nvSpPr>
        <p:spPr>
          <a:xfrm>
            <a:off x="8048548" y="4736591"/>
            <a:ext cx="3320186" cy="530352"/>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Lorem Ipsum Dolor</a:t>
            </a:r>
          </a:p>
        </p:txBody>
      </p:sp>
      <p:sp>
        <p:nvSpPr>
          <p:cNvPr id="30" name="Rectangle 29"/>
          <p:cNvSpPr/>
          <p:nvPr/>
        </p:nvSpPr>
        <p:spPr>
          <a:xfrm>
            <a:off x="822960" y="5468111"/>
            <a:ext cx="10545775" cy="56692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 ipsum dolor sit amet consectetur adipiscing elit sed do eiusmod tempor incididunt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822960" y="2240279"/>
            <a:ext cx="2460878" cy="3520440"/>
          </a:xfrm>
          <a:prstGeom prst="rect">
            <a:avLst/>
          </a:prstGeom>
          <a:solidFill>
            <a:schemeClr val="accent1"/>
          </a:solidFill>
          <a:ln>
            <a:noFill/>
          </a:ln>
          <a:effectLst/>
        </p:spPr>
        <p:txBody>
          <a:bodyPr rtlCol="0" anchor="ctr"/>
          <a:lstStyle/>
          <a:p>
            <a:pPr algn="ctr"/>
          </a:p>
        </p:txBody>
      </p:sp>
      <p:sp>
        <p:nvSpPr>
          <p:cNvPr id="5" name="TextBox 4"/>
          <p:cNvSpPr txBox="1"/>
          <p:nvPr/>
        </p:nvSpPr>
        <p:spPr>
          <a:xfrm>
            <a:off x="987552" y="2404871"/>
            <a:ext cx="2131695" cy="731520"/>
          </a:xfrm>
          <a:prstGeom prst="rect">
            <a:avLst/>
          </a:prstGeom>
          <a:noFill/>
        </p:spPr>
        <p:txBody>
          <a:bodyPr wrap="square" anchor="t" lIns="0" rIns="0" tIns="0" bIns="0">
            <a:spAutoFit/>
          </a:bodyPr>
          <a:lstStyle/>
          <a:p>
            <a:pPr algn="ctr"/>
            <a:r>
              <a:rPr sz="1800" b="1">
                <a:solidFill>
                  <a:schemeClr val="bg1"/>
                </a:solidFill>
                <a:latin typeface="+mn-lt"/>
              </a:rPr>
              <a:t>Lorem Ipsum</a:t>
            </a:r>
          </a:p>
        </p:txBody>
      </p:sp>
      <p:sp>
        <p:nvSpPr>
          <p:cNvPr id="6" name="Oval 5"/>
          <p:cNvSpPr/>
          <p:nvPr/>
        </p:nvSpPr>
        <p:spPr>
          <a:xfrm>
            <a:off x="1010412" y="3241547"/>
            <a:ext cx="118872" cy="118872"/>
          </a:xfrm>
          <a:prstGeom prst="ellipse">
            <a:avLst/>
          </a:prstGeom>
          <a:solidFill>
            <a:schemeClr val="bg1"/>
          </a:solidFill>
          <a:ln>
            <a:noFill/>
          </a:ln>
          <a:effectLst/>
        </p:spPr>
        <p:txBody>
          <a:bodyPr rtlCol="0" anchor="ctr"/>
          <a:lstStyle/>
          <a:p>
            <a:pPr algn="ctr"/>
          </a:p>
        </p:txBody>
      </p:sp>
      <p:sp>
        <p:nvSpPr>
          <p:cNvPr id="7" name="TextBox 6"/>
          <p:cNvSpPr txBox="1"/>
          <p:nvPr/>
        </p:nvSpPr>
        <p:spPr>
          <a:xfrm>
            <a:off x="1225296" y="3182111"/>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8" name="Oval 7"/>
          <p:cNvSpPr/>
          <p:nvPr/>
        </p:nvSpPr>
        <p:spPr>
          <a:xfrm>
            <a:off x="1010412" y="3808475"/>
            <a:ext cx="118872" cy="118872"/>
          </a:xfrm>
          <a:prstGeom prst="ellipse">
            <a:avLst/>
          </a:prstGeom>
          <a:solidFill>
            <a:schemeClr val="bg1"/>
          </a:solidFill>
          <a:ln>
            <a:noFill/>
          </a:ln>
          <a:effectLst/>
        </p:spPr>
        <p:txBody>
          <a:bodyPr rtlCol="0" anchor="ctr"/>
          <a:lstStyle/>
          <a:p>
            <a:pPr algn="ctr"/>
          </a:p>
        </p:txBody>
      </p:sp>
      <p:sp>
        <p:nvSpPr>
          <p:cNvPr id="9" name="TextBox 8"/>
          <p:cNvSpPr txBox="1"/>
          <p:nvPr/>
        </p:nvSpPr>
        <p:spPr>
          <a:xfrm>
            <a:off x="1225296" y="3749039"/>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10" name="Oval 9"/>
          <p:cNvSpPr/>
          <p:nvPr/>
        </p:nvSpPr>
        <p:spPr>
          <a:xfrm>
            <a:off x="1010412" y="4375403"/>
            <a:ext cx="118872" cy="118872"/>
          </a:xfrm>
          <a:prstGeom prst="ellipse">
            <a:avLst/>
          </a:prstGeom>
          <a:solidFill>
            <a:schemeClr val="bg1"/>
          </a:solidFill>
          <a:ln>
            <a:noFill/>
          </a:ln>
          <a:effectLst/>
        </p:spPr>
        <p:txBody>
          <a:bodyPr rtlCol="0" anchor="ctr"/>
          <a:lstStyle/>
          <a:p>
            <a:pPr algn="ctr"/>
          </a:p>
        </p:txBody>
      </p:sp>
      <p:sp>
        <p:nvSpPr>
          <p:cNvPr id="11" name="TextBox 10"/>
          <p:cNvSpPr txBox="1"/>
          <p:nvPr/>
        </p:nvSpPr>
        <p:spPr>
          <a:xfrm>
            <a:off x="1225296" y="4315968"/>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12" name="Oval 11"/>
          <p:cNvSpPr/>
          <p:nvPr/>
        </p:nvSpPr>
        <p:spPr>
          <a:xfrm>
            <a:off x="1010412" y="4942331"/>
            <a:ext cx="118872" cy="118872"/>
          </a:xfrm>
          <a:prstGeom prst="ellipse">
            <a:avLst/>
          </a:prstGeom>
          <a:solidFill>
            <a:schemeClr val="bg1"/>
          </a:solidFill>
          <a:ln>
            <a:noFill/>
          </a:ln>
          <a:effectLst/>
        </p:spPr>
        <p:txBody>
          <a:bodyPr rtlCol="0" anchor="ctr"/>
          <a:lstStyle/>
          <a:p>
            <a:pPr algn="ctr"/>
          </a:p>
        </p:txBody>
      </p:sp>
      <p:sp>
        <p:nvSpPr>
          <p:cNvPr id="13" name="TextBox 12"/>
          <p:cNvSpPr txBox="1"/>
          <p:nvPr/>
        </p:nvSpPr>
        <p:spPr>
          <a:xfrm>
            <a:off x="1225296" y="4882896"/>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14" name="Rectangle 13"/>
          <p:cNvSpPr/>
          <p:nvPr/>
        </p:nvSpPr>
        <p:spPr>
          <a:xfrm>
            <a:off x="3517925" y="2240279"/>
            <a:ext cx="2460878" cy="3520440"/>
          </a:xfrm>
          <a:prstGeom prst="rect">
            <a:avLst/>
          </a:prstGeom>
          <a:solidFill>
            <a:schemeClr val="accent5"/>
          </a:solidFill>
          <a:ln>
            <a:noFill/>
          </a:ln>
          <a:effectLst/>
        </p:spPr>
        <p:txBody>
          <a:bodyPr rtlCol="0" anchor="ctr"/>
          <a:lstStyle/>
          <a:p>
            <a:pPr algn="ctr"/>
          </a:p>
        </p:txBody>
      </p:sp>
      <p:sp>
        <p:nvSpPr>
          <p:cNvPr id="15" name="TextBox 14"/>
          <p:cNvSpPr txBox="1"/>
          <p:nvPr/>
        </p:nvSpPr>
        <p:spPr>
          <a:xfrm>
            <a:off x="3682517" y="2404871"/>
            <a:ext cx="2131695" cy="731520"/>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16" name="Oval 15"/>
          <p:cNvSpPr/>
          <p:nvPr/>
        </p:nvSpPr>
        <p:spPr>
          <a:xfrm>
            <a:off x="3705377" y="3241547"/>
            <a:ext cx="118872" cy="118872"/>
          </a:xfrm>
          <a:prstGeom prst="ellipse">
            <a:avLst/>
          </a:prstGeom>
          <a:solidFill>
            <a:schemeClr val="accent1"/>
          </a:solidFill>
          <a:ln>
            <a:noFill/>
          </a:ln>
          <a:effectLst/>
        </p:spPr>
        <p:txBody>
          <a:bodyPr rtlCol="0" anchor="ctr"/>
          <a:lstStyle/>
          <a:p>
            <a:pPr algn="ctr"/>
          </a:p>
        </p:txBody>
      </p:sp>
      <p:sp>
        <p:nvSpPr>
          <p:cNvPr id="17" name="TextBox 16"/>
          <p:cNvSpPr txBox="1"/>
          <p:nvPr/>
        </p:nvSpPr>
        <p:spPr>
          <a:xfrm>
            <a:off x="3920261" y="3182111"/>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18" name="Oval 17"/>
          <p:cNvSpPr/>
          <p:nvPr/>
        </p:nvSpPr>
        <p:spPr>
          <a:xfrm>
            <a:off x="3705377" y="3808475"/>
            <a:ext cx="118872" cy="118872"/>
          </a:xfrm>
          <a:prstGeom prst="ellipse">
            <a:avLst/>
          </a:prstGeom>
          <a:solidFill>
            <a:schemeClr val="accent1"/>
          </a:solidFill>
          <a:ln>
            <a:noFill/>
          </a:ln>
          <a:effectLst/>
        </p:spPr>
        <p:txBody>
          <a:bodyPr rtlCol="0" anchor="ctr"/>
          <a:lstStyle/>
          <a:p>
            <a:pPr algn="ctr"/>
          </a:p>
        </p:txBody>
      </p:sp>
      <p:sp>
        <p:nvSpPr>
          <p:cNvPr id="19" name="TextBox 18"/>
          <p:cNvSpPr txBox="1"/>
          <p:nvPr/>
        </p:nvSpPr>
        <p:spPr>
          <a:xfrm>
            <a:off x="3920261" y="3749039"/>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20" name="Oval 19"/>
          <p:cNvSpPr/>
          <p:nvPr/>
        </p:nvSpPr>
        <p:spPr>
          <a:xfrm>
            <a:off x="3705377" y="4375403"/>
            <a:ext cx="118872" cy="118872"/>
          </a:xfrm>
          <a:prstGeom prst="ellipse">
            <a:avLst/>
          </a:prstGeom>
          <a:solidFill>
            <a:schemeClr val="accent1"/>
          </a:solidFill>
          <a:ln>
            <a:noFill/>
          </a:ln>
          <a:effectLst/>
        </p:spPr>
        <p:txBody>
          <a:bodyPr rtlCol="0" anchor="ctr"/>
          <a:lstStyle/>
          <a:p>
            <a:pPr algn="ctr"/>
          </a:p>
        </p:txBody>
      </p:sp>
      <p:sp>
        <p:nvSpPr>
          <p:cNvPr id="21" name="TextBox 20"/>
          <p:cNvSpPr txBox="1"/>
          <p:nvPr/>
        </p:nvSpPr>
        <p:spPr>
          <a:xfrm>
            <a:off x="3920261" y="4315968"/>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22" name="Oval 21"/>
          <p:cNvSpPr/>
          <p:nvPr/>
        </p:nvSpPr>
        <p:spPr>
          <a:xfrm>
            <a:off x="3705377" y="4942331"/>
            <a:ext cx="118872" cy="118872"/>
          </a:xfrm>
          <a:prstGeom prst="ellipse">
            <a:avLst/>
          </a:prstGeom>
          <a:solidFill>
            <a:schemeClr val="accent1"/>
          </a:solidFill>
          <a:ln>
            <a:noFill/>
          </a:ln>
          <a:effectLst/>
        </p:spPr>
        <p:txBody>
          <a:bodyPr rtlCol="0" anchor="ctr"/>
          <a:lstStyle/>
          <a:p>
            <a:pPr algn="ctr"/>
          </a:p>
        </p:txBody>
      </p:sp>
      <p:sp>
        <p:nvSpPr>
          <p:cNvPr id="23" name="TextBox 22"/>
          <p:cNvSpPr txBox="1"/>
          <p:nvPr/>
        </p:nvSpPr>
        <p:spPr>
          <a:xfrm>
            <a:off x="3920261" y="4882896"/>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24" name="Rectangle 23"/>
          <p:cNvSpPr/>
          <p:nvPr/>
        </p:nvSpPr>
        <p:spPr>
          <a:xfrm>
            <a:off x="6212890" y="2240279"/>
            <a:ext cx="2460878" cy="3520440"/>
          </a:xfrm>
          <a:prstGeom prst="rect">
            <a:avLst/>
          </a:prstGeom>
          <a:solidFill>
            <a:schemeClr val="accent2"/>
          </a:solidFill>
          <a:ln>
            <a:noFill/>
          </a:ln>
          <a:effectLst/>
        </p:spPr>
        <p:txBody>
          <a:bodyPr rtlCol="0" anchor="ctr"/>
          <a:lstStyle/>
          <a:p>
            <a:pPr algn="ctr"/>
          </a:p>
        </p:txBody>
      </p:sp>
      <p:sp>
        <p:nvSpPr>
          <p:cNvPr id="25" name="TextBox 24"/>
          <p:cNvSpPr txBox="1"/>
          <p:nvPr/>
        </p:nvSpPr>
        <p:spPr>
          <a:xfrm>
            <a:off x="6377482" y="2404871"/>
            <a:ext cx="2131695" cy="731520"/>
          </a:xfrm>
          <a:prstGeom prst="rect">
            <a:avLst/>
          </a:prstGeom>
          <a:noFill/>
        </p:spPr>
        <p:txBody>
          <a:bodyPr wrap="square" anchor="t" lIns="0" rIns="0" tIns="0" bIns="0">
            <a:spAutoFit/>
          </a:bodyPr>
          <a:lstStyle/>
          <a:p>
            <a:pPr algn="ctr"/>
            <a:r>
              <a:rPr sz="1800" b="1">
                <a:solidFill>
                  <a:schemeClr val="bg1"/>
                </a:solidFill>
                <a:latin typeface="+mn-lt"/>
              </a:rPr>
              <a:t>Lorem Ipsum</a:t>
            </a:r>
          </a:p>
        </p:txBody>
      </p:sp>
      <p:sp>
        <p:nvSpPr>
          <p:cNvPr id="26" name="Oval 25"/>
          <p:cNvSpPr/>
          <p:nvPr/>
        </p:nvSpPr>
        <p:spPr>
          <a:xfrm>
            <a:off x="6400342" y="3241547"/>
            <a:ext cx="118872" cy="118872"/>
          </a:xfrm>
          <a:prstGeom prst="ellipse">
            <a:avLst/>
          </a:prstGeom>
          <a:solidFill>
            <a:schemeClr val="bg1"/>
          </a:solidFill>
          <a:ln>
            <a:noFill/>
          </a:ln>
          <a:effectLst/>
        </p:spPr>
        <p:txBody>
          <a:bodyPr rtlCol="0" anchor="ctr"/>
          <a:lstStyle/>
          <a:p>
            <a:pPr algn="ctr"/>
          </a:p>
        </p:txBody>
      </p:sp>
      <p:sp>
        <p:nvSpPr>
          <p:cNvPr id="27" name="TextBox 26"/>
          <p:cNvSpPr txBox="1"/>
          <p:nvPr/>
        </p:nvSpPr>
        <p:spPr>
          <a:xfrm>
            <a:off x="6615226" y="3182111"/>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28" name="Oval 27"/>
          <p:cNvSpPr/>
          <p:nvPr/>
        </p:nvSpPr>
        <p:spPr>
          <a:xfrm>
            <a:off x="6400342" y="3808475"/>
            <a:ext cx="118872" cy="118872"/>
          </a:xfrm>
          <a:prstGeom prst="ellipse">
            <a:avLst/>
          </a:prstGeom>
          <a:solidFill>
            <a:schemeClr val="bg1"/>
          </a:solidFill>
          <a:ln>
            <a:noFill/>
          </a:ln>
          <a:effectLst/>
        </p:spPr>
        <p:txBody>
          <a:bodyPr rtlCol="0" anchor="ctr"/>
          <a:lstStyle/>
          <a:p>
            <a:pPr algn="ctr"/>
          </a:p>
        </p:txBody>
      </p:sp>
      <p:sp>
        <p:nvSpPr>
          <p:cNvPr id="29" name="TextBox 28"/>
          <p:cNvSpPr txBox="1"/>
          <p:nvPr/>
        </p:nvSpPr>
        <p:spPr>
          <a:xfrm>
            <a:off x="6615226" y="3749039"/>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30" name="Oval 29"/>
          <p:cNvSpPr/>
          <p:nvPr/>
        </p:nvSpPr>
        <p:spPr>
          <a:xfrm>
            <a:off x="6400342" y="4375403"/>
            <a:ext cx="118872" cy="118872"/>
          </a:xfrm>
          <a:prstGeom prst="ellipse">
            <a:avLst/>
          </a:prstGeom>
          <a:solidFill>
            <a:schemeClr val="bg1"/>
          </a:solidFill>
          <a:ln>
            <a:noFill/>
          </a:ln>
          <a:effectLst/>
        </p:spPr>
        <p:txBody>
          <a:bodyPr rtlCol="0" anchor="ctr"/>
          <a:lstStyle/>
          <a:p>
            <a:pPr algn="ctr"/>
          </a:p>
        </p:txBody>
      </p:sp>
      <p:sp>
        <p:nvSpPr>
          <p:cNvPr id="31" name="TextBox 30"/>
          <p:cNvSpPr txBox="1"/>
          <p:nvPr/>
        </p:nvSpPr>
        <p:spPr>
          <a:xfrm>
            <a:off x="6615226" y="4315968"/>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32" name="Oval 31"/>
          <p:cNvSpPr/>
          <p:nvPr/>
        </p:nvSpPr>
        <p:spPr>
          <a:xfrm>
            <a:off x="6400342" y="4942331"/>
            <a:ext cx="118872" cy="118872"/>
          </a:xfrm>
          <a:prstGeom prst="ellipse">
            <a:avLst/>
          </a:prstGeom>
          <a:solidFill>
            <a:schemeClr val="bg1"/>
          </a:solidFill>
          <a:ln>
            <a:noFill/>
          </a:ln>
          <a:effectLst/>
        </p:spPr>
        <p:txBody>
          <a:bodyPr rtlCol="0" anchor="ctr"/>
          <a:lstStyle/>
          <a:p>
            <a:pPr algn="ctr"/>
          </a:p>
        </p:txBody>
      </p:sp>
      <p:sp>
        <p:nvSpPr>
          <p:cNvPr id="33" name="TextBox 32"/>
          <p:cNvSpPr txBox="1"/>
          <p:nvPr/>
        </p:nvSpPr>
        <p:spPr>
          <a:xfrm>
            <a:off x="6615226" y="4882896"/>
            <a:ext cx="1893951" cy="502920"/>
          </a:xfrm>
          <a:prstGeom prst="rect">
            <a:avLst/>
          </a:prstGeom>
          <a:noFill/>
        </p:spPr>
        <p:txBody>
          <a:bodyPr wrap="square" anchor="t" lIns="0" rIns="0" tIns="0" bIns="0">
            <a:spAutoFit/>
          </a:bodyPr>
          <a:lstStyle/>
          <a:p>
            <a:pPr algn="l"/>
            <a:r>
              <a:rPr sz="1400" b="0">
                <a:solidFill>
                  <a:schemeClr val="bg1"/>
                </a:solidFill>
                <a:latin typeface="+mn-lt"/>
              </a:rPr>
              <a:t>Lorem ipsum dolor</a:t>
            </a:r>
          </a:p>
        </p:txBody>
      </p:sp>
      <p:sp>
        <p:nvSpPr>
          <p:cNvPr id="34" name="Rectangle 33"/>
          <p:cNvSpPr/>
          <p:nvPr/>
        </p:nvSpPr>
        <p:spPr>
          <a:xfrm>
            <a:off x="8907856" y="2240279"/>
            <a:ext cx="2460878" cy="3520440"/>
          </a:xfrm>
          <a:prstGeom prst="rect">
            <a:avLst/>
          </a:prstGeom>
          <a:solidFill>
            <a:schemeClr val="accent4"/>
          </a:solidFill>
          <a:ln>
            <a:noFill/>
          </a:ln>
          <a:effectLst/>
        </p:spPr>
        <p:txBody>
          <a:bodyPr rtlCol="0" anchor="ctr"/>
          <a:lstStyle/>
          <a:p>
            <a:pPr algn="ctr"/>
          </a:p>
        </p:txBody>
      </p:sp>
      <p:sp>
        <p:nvSpPr>
          <p:cNvPr id="35" name="TextBox 34"/>
          <p:cNvSpPr txBox="1"/>
          <p:nvPr/>
        </p:nvSpPr>
        <p:spPr>
          <a:xfrm>
            <a:off x="9072448" y="2404871"/>
            <a:ext cx="2131695" cy="731520"/>
          </a:xfrm>
          <a:prstGeom prst="rect">
            <a:avLst/>
          </a:prstGeom>
          <a:noFill/>
        </p:spPr>
        <p:txBody>
          <a:bodyPr wrap="square" anchor="t" lIns="0" rIns="0" tIns="0" bIns="0">
            <a:spAutoFit/>
          </a:bodyPr>
          <a:lstStyle/>
          <a:p>
            <a:pPr algn="ctr"/>
            <a:r>
              <a:rPr sz="1800" b="1">
                <a:solidFill>
                  <a:schemeClr val="tx1"/>
                </a:solidFill>
                <a:latin typeface="+mn-lt"/>
              </a:rPr>
              <a:t>Lorem Ipsum</a:t>
            </a:r>
          </a:p>
        </p:txBody>
      </p:sp>
      <p:sp>
        <p:nvSpPr>
          <p:cNvPr id="36" name="Oval 35"/>
          <p:cNvSpPr/>
          <p:nvPr/>
        </p:nvSpPr>
        <p:spPr>
          <a:xfrm>
            <a:off x="9095308" y="3241547"/>
            <a:ext cx="118872" cy="118872"/>
          </a:xfrm>
          <a:prstGeom prst="ellipse">
            <a:avLst/>
          </a:prstGeom>
          <a:solidFill>
            <a:schemeClr val="accent1"/>
          </a:solidFill>
          <a:ln>
            <a:noFill/>
          </a:ln>
          <a:effectLst/>
        </p:spPr>
        <p:txBody>
          <a:bodyPr rtlCol="0" anchor="ctr"/>
          <a:lstStyle/>
          <a:p>
            <a:pPr algn="ctr"/>
          </a:p>
        </p:txBody>
      </p:sp>
      <p:sp>
        <p:nvSpPr>
          <p:cNvPr id="37" name="TextBox 36"/>
          <p:cNvSpPr txBox="1"/>
          <p:nvPr/>
        </p:nvSpPr>
        <p:spPr>
          <a:xfrm>
            <a:off x="9310192" y="3182111"/>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38" name="Oval 37"/>
          <p:cNvSpPr/>
          <p:nvPr/>
        </p:nvSpPr>
        <p:spPr>
          <a:xfrm>
            <a:off x="9095308" y="3808475"/>
            <a:ext cx="118872" cy="118872"/>
          </a:xfrm>
          <a:prstGeom prst="ellipse">
            <a:avLst/>
          </a:prstGeom>
          <a:solidFill>
            <a:schemeClr val="accent1"/>
          </a:solidFill>
          <a:ln>
            <a:noFill/>
          </a:ln>
          <a:effectLst/>
        </p:spPr>
        <p:txBody>
          <a:bodyPr rtlCol="0" anchor="ctr"/>
          <a:lstStyle/>
          <a:p>
            <a:pPr algn="ctr"/>
          </a:p>
        </p:txBody>
      </p:sp>
      <p:sp>
        <p:nvSpPr>
          <p:cNvPr id="39" name="TextBox 38"/>
          <p:cNvSpPr txBox="1"/>
          <p:nvPr/>
        </p:nvSpPr>
        <p:spPr>
          <a:xfrm>
            <a:off x="9310192" y="3749039"/>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40" name="Oval 39"/>
          <p:cNvSpPr/>
          <p:nvPr/>
        </p:nvSpPr>
        <p:spPr>
          <a:xfrm>
            <a:off x="9095308" y="4375403"/>
            <a:ext cx="118872" cy="118872"/>
          </a:xfrm>
          <a:prstGeom prst="ellipse">
            <a:avLst/>
          </a:prstGeom>
          <a:solidFill>
            <a:schemeClr val="accent1"/>
          </a:solidFill>
          <a:ln>
            <a:noFill/>
          </a:ln>
          <a:effectLst/>
        </p:spPr>
        <p:txBody>
          <a:bodyPr rtlCol="0" anchor="ctr"/>
          <a:lstStyle/>
          <a:p>
            <a:pPr algn="ctr"/>
          </a:p>
        </p:txBody>
      </p:sp>
      <p:sp>
        <p:nvSpPr>
          <p:cNvPr id="41" name="TextBox 40"/>
          <p:cNvSpPr txBox="1"/>
          <p:nvPr/>
        </p:nvSpPr>
        <p:spPr>
          <a:xfrm>
            <a:off x="9310192" y="4315968"/>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
        <p:nvSpPr>
          <p:cNvPr id="42" name="Oval 41"/>
          <p:cNvSpPr/>
          <p:nvPr/>
        </p:nvSpPr>
        <p:spPr>
          <a:xfrm>
            <a:off x="9095308" y="4942331"/>
            <a:ext cx="118872" cy="118872"/>
          </a:xfrm>
          <a:prstGeom prst="ellipse">
            <a:avLst/>
          </a:prstGeom>
          <a:solidFill>
            <a:schemeClr val="accent1"/>
          </a:solidFill>
          <a:ln>
            <a:noFill/>
          </a:ln>
          <a:effectLst/>
        </p:spPr>
        <p:txBody>
          <a:bodyPr rtlCol="0" anchor="ctr"/>
          <a:lstStyle/>
          <a:p>
            <a:pPr algn="ctr"/>
          </a:p>
        </p:txBody>
      </p:sp>
      <p:sp>
        <p:nvSpPr>
          <p:cNvPr id="43" name="TextBox 42"/>
          <p:cNvSpPr txBox="1"/>
          <p:nvPr/>
        </p:nvSpPr>
        <p:spPr>
          <a:xfrm>
            <a:off x="9310192" y="4882896"/>
            <a:ext cx="1893951" cy="502920"/>
          </a:xfrm>
          <a:prstGeom prst="rect">
            <a:avLst/>
          </a:prstGeom>
          <a:noFill/>
        </p:spPr>
        <p:txBody>
          <a:bodyPr wrap="square" anchor="t" lIns="0" rIns="0" tIns="0" bIns="0">
            <a:spAutoFit/>
          </a:bodyPr>
          <a:lstStyle/>
          <a:p>
            <a:pPr algn="l"/>
            <a:r>
              <a:rPr sz="1400" b="0">
                <a:solidFill>
                  <a:schemeClr val="tx1"/>
                </a:solidFill>
                <a:latin typeface="+mn-lt"/>
              </a:rPr>
              <a:t>Lorem ipsum dolor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1133856"/>
          </a:xfrm>
          <a:prstGeom prst="rect">
            <a:avLst/>
          </a:prstGeom>
          <a:noFill/>
        </p:spPr>
        <p:txBody>
          <a:bodyPr wrap="square" anchor="t" lIns="0" rIns="0" tIns="0" bIns="0">
            <a:spAutoFit/>
          </a:bodyPr>
          <a:lstStyle/>
          <a:p>
            <a:pPr algn="l"/>
            <a:r>
              <a:rPr sz="3200" b="1">
                <a:solidFill>
                  <a:schemeClr val="tx1"/>
                </a:solidFill>
                <a:latin typeface="+mj-lt"/>
              </a:rPr>
              <a:t>Lorem Ipsum Dolor</a:t>
            </a:r>
          </a:p>
          <a:p>
            <a:pPr algn="l"/>
            <a:r>
              <a:rPr sz="3200" b="1">
                <a:solidFill>
                  <a:schemeClr val="tx1"/>
                </a:solidFill>
                <a:latin typeface="+mj-lt"/>
              </a:rPr>
              <a:t>Lorem Ipsum Dolor Sit</a:t>
            </a:r>
          </a:p>
        </p:txBody>
      </p:sp>
      <p:sp>
        <p:nvSpPr>
          <p:cNvPr id="4" name="Rectangle 3"/>
          <p:cNvSpPr/>
          <p:nvPr/>
        </p:nvSpPr>
        <p:spPr>
          <a:xfrm>
            <a:off x="822960" y="2532888"/>
            <a:ext cx="384048" cy="1033271"/>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1</a:t>
            </a:r>
          </a:p>
        </p:txBody>
      </p:sp>
      <p:sp>
        <p:nvSpPr>
          <p:cNvPr id="5" name="Rectangle 4"/>
          <p:cNvSpPr/>
          <p:nvPr/>
        </p:nvSpPr>
        <p:spPr>
          <a:xfrm>
            <a:off x="1353312" y="2532888"/>
            <a:ext cx="10015423" cy="1033271"/>
          </a:xfrm>
          <a:prstGeom prst="rect">
            <a:avLst/>
          </a:prstGeom>
          <a:solidFill>
            <a:schemeClr val="bg2"/>
          </a:solidFill>
          <a:ln>
            <a:noFill/>
          </a:ln>
          <a:effectLst/>
        </p:spPr>
        <p:txBody>
          <a:bodyPr rtlCol="0" anchor="ctr"/>
          <a:lstStyle/>
          <a:p>
            <a:pPr algn="ctr"/>
          </a:p>
        </p:txBody>
      </p:sp>
      <p:sp>
        <p:nvSpPr>
          <p:cNvPr id="6" name="Rectangle 5"/>
          <p:cNvSpPr/>
          <p:nvPr/>
        </p:nvSpPr>
        <p:spPr>
          <a:xfrm>
            <a:off x="1517904" y="2642616"/>
            <a:ext cx="2289886" cy="813815"/>
          </a:xfrm>
          <a:prstGeom prst="rect">
            <a:avLst/>
          </a:prstGeom>
          <a:solidFill>
            <a:schemeClr val="bg1"/>
          </a:solidFill>
          <a:ln>
            <a:noFill/>
          </a:ln>
          <a:effectLst/>
        </p:spPr>
        <p:txBody>
          <a:bodyPr rtlCol="0" anchor="ctr"/>
          <a:lstStyle/>
          <a:p>
            <a:pPr algn="ctr"/>
          </a:p>
        </p:txBody>
      </p:sp>
      <p:sp>
        <p:nvSpPr>
          <p:cNvPr id="7" name="TextBox 6"/>
          <p:cNvSpPr txBox="1"/>
          <p:nvPr/>
        </p:nvSpPr>
        <p:spPr>
          <a:xfrm>
            <a:off x="1517904" y="2734056"/>
            <a:ext cx="2289886"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8" name="Rectangle 7"/>
          <p:cNvSpPr/>
          <p:nvPr/>
        </p:nvSpPr>
        <p:spPr>
          <a:xfrm>
            <a:off x="3983355" y="2642616"/>
            <a:ext cx="2289886" cy="813815"/>
          </a:xfrm>
          <a:prstGeom prst="rect">
            <a:avLst/>
          </a:prstGeom>
          <a:solidFill>
            <a:schemeClr val="bg1"/>
          </a:solidFill>
          <a:ln>
            <a:noFill/>
          </a:ln>
          <a:effectLst/>
        </p:spPr>
        <p:txBody>
          <a:bodyPr rtlCol="0" anchor="ctr"/>
          <a:lstStyle/>
          <a:p>
            <a:pPr algn="ctr"/>
          </a:p>
        </p:txBody>
      </p:sp>
      <p:sp>
        <p:nvSpPr>
          <p:cNvPr id="9" name="TextBox 8"/>
          <p:cNvSpPr txBox="1"/>
          <p:nvPr/>
        </p:nvSpPr>
        <p:spPr>
          <a:xfrm>
            <a:off x="3983355" y="2734056"/>
            <a:ext cx="2289886"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10" name="Rectangle 9"/>
          <p:cNvSpPr/>
          <p:nvPr/>
        </p:nvSpPr>
        <p:spPr>
          <a:xfrm>
            <a:off x="6448806" y="2642616"/>
            <a:ext cx="2289886" cy="813815"/>
          </a:xfrm>
          <a:prstGeom prst="rect">
            <a:avLst/>
          </a:prstGeom>
          <a:solidFill>
            <a:schemeClr val="bg1"/>
          </a:solidFill>
          <a:ln>
            <a:noFill/>
          </a:ln>
          <a:effectLst/>
        </p:spPr>
        <p:txBody>
          <a:bodyPr rtlCol="0" anchor="ctr"/>
          <a:lstStyle/>
          <a:p>
            <a:pPr algn="ctr"/>
          </a:p>
        </p:txBody>
      </p:sp>
      <p:sp>
        <p:nvSpPr>
          <p:cNvPr id="11" name="TextBox 10"/>
          <p:cNvSpPr txBox="1"/>
          <p:nvPr/>
        </p:nvSpPr>
        <p:spPr>
          <a:xfrm>
            <a:off x="6448806" y="2734056"/>
            <a:ext cx="2289886"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12" name="Rectangle 11"/>
          <p:cNvSpPr/>
          <p:nvPr/>
        </p:nvSpPr>
        <p:spPr>
          <a:xfrm>
            <a:off x="8914257" y="2642616"/>
            <a:ext cx="2289886" cy="813815"/>
          </a:xfrm>
          <a:prstGeom prst="rect">
            <a:avLst/>
          </a:prstGeom>
          <a:solidFill>
            <a:schemeClr val="bg1"/>
          </a:solidFill>
          <a:ln>
            <a:noFill/>
          </a:ln>
          <a:effectLst/>
        </p:spPr>
        <p:txBody>
          <a:bodyPr rtlCol="0" anchor="ctr"/>
          <a:lstStyle/>
          <a:p>
            <a:pPr algn="ctr"/>
          </a:p>
        </p:txBody>
      </p:sp>
      <p:sp>
        <p:nvSpPr>
          <p:cNvPr id="13" name="TextBox 12"/>
          <p:cNvSpPr txBox="1"/>
          <p:nvPr/>
        </p:nvSpPr>
        <p:spPr>
          <a:xfrm>
            <a:off x="8914257" y="2734056"/>
            <a:ext cx="2289886"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14" name="Rectangle 13"/>
          <p:cNvSpPr/>
          <p:nvPr/>
        </p:nvSpPr>
        <p:spPr>
          <a:xfrm>
            <a:off x="822960" y="3767328"/>
            <a:ext cx="384048" cy="1033271"/>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2</a:t>
            </a:r>
          </a:p>
        </p:txBody>
      </p:sp>
      <p:sp>
        <p:nvSpPr>
          <p:cNvPr id="15" name="Rectangle 14"/>
          <p:cNvSpPr/>
          <p:nvPr/>
        </p:nvSpPr>
        <p:spPr>
          <a:xfrm>
            <a:off x="1353312" y="3767328"/>
            <a:ext cx="10015423" cy="1033271"/>
          </a:xfrm>
          <a:prstGeom prst="rect">
            <a:avLst/>
          </a:prstGeom>
          <a:solidFill>
            <a:schemeClr val="bg2"/>
          </a:solidFill>
          <a:ln>
            <a:noFill/>
          </a:ln>
          <a:effectLst/>
        </p:spPr>
        <p:txBody>
          <a:bodyPr rtlCol="0" anchor="ctr"/>
          <a:lstStyle/>
          <a:p>
            <a:pPr algn="ctr"/>
          </a:p>
        </p:txBody>
      </p:sp>
      <p:sp>
        <p:nvSpPr>
          <p:cNvPr id="16" name="Rectangle 15"/>
          <p:cNvSpPr/>
          <p:nvPr/>
        </p:nvSpPr>
        <p:spPr>
          <a:xfrm>
            <a:off x="1517904" y="3877056"/>
            <a:ext cx="3111703" cy="813815"/>
          </a:xfrm>
          <a:prstGeom prst="rect">
            <a:avLst/>
          </a:prstGeom>
          <a:solidFill>
            <a:schemeClr val="bg1"/>
          </a:solidFill>
          <a:ln>
            <a:noFill/>
          </a:ln>
          <a:effectLst/>
        </p:spPr>
        <p:txBody>
          <a:bodyPr rtlCol="0" anchor="ctr"/>
          <a:lstStyle/>
          <a:p>
            <a:pPr algn="ctr"/>
          </a:p>
        </p:txBody>
      </p:sp>
      <p:sp>
        <p:nvSpPr>
          <p:cNvPr id="17" name="TextBox 16"/>
          <p:cNvSpPr txBox="1"/>
          <p:nvPr/>
        </p:nvSpPr>
        <p:spPr>
          <a:xfrm>
            <a:off x="1517904" y="3968496"/>
            <a:ext cx="3111703"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18" name="Rectangle 17"/>
          <p:cNvSpPr/>
          <p:nvPr/>
        </p:nvSpPr>
        <p:spPr>
          <a:xfrm>
            <a:off x="4805172" y="3877056"/>
            <a:ext cx="3111703" cy="813815"/>
          </a:xfrm>
          <a:prstGeom prst="rect">
            <a:avLst/>
          </a:prstGeom>
          <a:solidFill>
            <a:schemeClr val="bg1"/>
          </a:solidFill>
          <a:ln>
            <a:noFill/>
          </a:ln>
          <a:effectLst/>
        </p:spPr>
        <p:txBody>
          <a:bodyPr rtlCol="0" anchor="ctr"/>
          <a:lstStyle/>
          <a:p>
            <a:pPr algn="ctr"/>
          </a:p>
        </p:txBody>
      </p:sp>
      <p:sp>
        <p:nvSpPr>
          <p:cNvPr id="19" name="TextBox 18"/>
          <p:cNvSpPr txBox="1"/>
          <p:nvPr/>
        </p:nvSpPr>
        <p:spPr>
          <a:xfrm>
            <a:off x="4805172" y="3968496"/>
            <a:ext cx="3111703"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20" name="Rectangle 19"/>
          <p:cNvSpPr/>
          <p:nvPr/>
        </p:nvSpPr>
        <p:spPr>
          <a:xfrm>
            <a:off x="8092440" y="3877056"/>
            <a:ext cx="3111703" cy="813815"/>
          </a:xfrm>
          <a:prstGeom prst="rect">
            <a:avLst/>
          </a:prstGeom>
          <a:solidFill>
            <a:schemeClr val="bg1"/>
          </a:solidFill>
          <a:ln>
            <a:noFill/>
          </a:ln>
          <a:effectLst/>
        </p:spPr>
        <p:txBody>
          <a:bodyPr rtlCol="0" anchor="ctr"/>
          <a:lstStyle/>
          <a:p>
            <a:pPr algn="ctr"/>
          </a:p>
        </p:txBody>
      </p:sp>
      <p:sp>
        <p:nvSpPr>
          <p:cNvPr id="21" name="TextBox 20"/>
          <p:cNvSpPr txBox="1"/>
          <p:nvPr/>
        </p:nvSpPr>
        <p:spPr>
          <a:xfrm>
            <a:off x="8092440" y="3968496"/>
            <a:ext cx="3111703" cy="329184"/>
          </a:xfrm>
          <a:prstGeom prst="rect">
            <a:avLst/>
          </a:prstGeom>
          <a:noFill/>
        </p:spPr>
        <p:txBody>
          <a:bodyPr wrap="square" anchor="t" lIns="0" rIns="0" tIns="0" bIns="0">
            <a:spAutoFit/>
          </a:bodyPr>
          <a:lstStyle/>
          <a:p>
            <a:pPr algn="ctr"/>
            <a:r>
              <a:rPr sz="1400" b="1">
                <a:solidFill>
                  <a:schemeClr val="tx1"/>
                </a:solidFill>
                <a:latin typeface="+mn-lt"/>
              </a:rPr>
              <a:t>Lorem Ipsum</a:t>
            </a:r>
          </a:p>
        </p:txBody>
      </p:sp>
      <p:sp>
        <p:nvSpPr>
          <p:cNvPr id="22" name="Rectangle 21"/>
          <p:cNvSpPr/>
          <p:nvPr/>
        </p:nvSpPr>
        <p:spPr>
          <a:xfrm>
            <a:off x="822960" y="5001768"/>
            <a:ext cx="384048" cy="1033271"/>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3</a:t>
            </a:r>
          </a:p>
        </p:txBody>
      </p:sp>
      <p:sp>
        <p:nvSpPr>
          <p:cNvPr id="23" name="Rectangle 22"/>
          <p:cNvSpPr/>
          <p:nvPr/>
        </p:nvSpPr>
        <p:spPr>
          <a:xfrm>
            <a:off x="1353312" y="5001768"/>
            <a:ext cx="10015423" cy="1033271"/>
          </a:xfrm>
          <a:prstGeom prst="rect">
            <a:avLst/>
          </a:prstGeom>
          <a:solidFill>
            <a:schemeClr val="bg2"/>
          </a:solidFill>
          <a:ln>
            <a:noFill/>
          </a:ln>
          <a:effectLst/>
        </p:spPr>
        <p:txBody>
          <a:bodyPr rtlCol="0" anchor="ctr"/>
          <a:lstStyle/>
          <a:p>
            <a:pPr algn="ctr"/>
          </a:p>
        </p:txBody>
      </p:sp>
      <p:sp>
        <p:nvSpPr>
          <p:cNvPr id="24" name="TextBox 23"/>
          <p:cNvSpPr txBox="1"/>
          <p:nvPr/>
        </p:nvSpPr>
        <p:spPr>
          <a:xfrm>
            <a:off x="1353312" y="5001768"/>
            <a:ext cx="10015423" cy="1033271"/>
          </a:xfrm>
          <a:prstGeom prst="rect">
            <a:avLst/>
          </a:prstGeom>
          <a:noFill/>
        </p:spPr>
        <p:txBody>
          <a:bodyPr wrap="square" anchor="ctr" lIns="0" rIns="0" tIns="0" bIns="0">
            <a:spAutoFit/>
          </a:bodyPr>
          <a:lstStyle/>
          <a:p>
            <a:pPr algn="ctr"/>
            <a:r>
              <a:rPr sz="1800" b="1">
                <a:solidFill>
                  <a:schemeClr val="tx1"/>
                </a:solidFill>
                <a:latin typeface="+mn-lt"/>
              </a:rPr>
              <a:t>Lorem ipsum dolor sit amet consectetur adipiscing elit sed do eiusmod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298448"/>
            <a:ext cx="4851056" cy="1783080"/>
          </a:xfrm>
          <a:prstGeom prst="rect">
            <a:avLst/>
          </a:prstGeom>
          <a:noFill/>
        </p:spPr>
        <p:txBody>
          <a:bodyPr wrap="square" anchor="t" lIns="0" rIns="0" tIns="0" bIns="0">
            <a:spAutoFit/>
          </a:bodyPr>
          <a:lstStyle/>
          <a:p>
            <a:pPr algn="l"/>
            <a:r>
              <a:rPr sz="3200" b="1">
                <a:solidFill>
                  <a:schemeClr val="tx1"/>
                </a:solidFill>
                <a:latin typeface="+mj-lt"/>
              </a:rPr>
              <a:t>Lorem Ipsum</a:t>
            </a:r>
          </a:p>
          <a:p>
            <a:pPr algn="l"/>
            <a:r>
              <a:rPr sz="3200" b="1">
                <a:solidFill>
                  <a:schemeClr val="tx1"/>
                </a:solidFill>
                <a:latin typeface="+mj-lt"/>
              </a:rPr>
              <a:t>Lorem Ipsum</a:t>
            </a:r>
          </a:p>
          <a:p>
            <a:pPr algn="l"/>
            <a:r>
              <a:rPr sz="3200" b="1">
                <a:solidFill>
                  <a:schemeClr val="tx1"/>
                </a:solidFill>
                <a:latin typeface="+mj-lt"/>
              </a:rPr>
              <a:t>Lorem Ipsum</a:t>
            </a:r>
          </a:p>
        </p:txBody>
      </p:sp>
      <p:sp>
        <p:nvSpPr>
          <p:cNvPr id="4" name="Rectangle 3"/>
          <p:cNvSpPr/>
          <p:nvPr/>
        </p:nvSpPr>
        <p:spPr>
          <a:xfrm>
            <a:off x="822960" y="3447288"/>
            <a:ext cx="1480468" cy="1234440"/>
          </a:xfrm>
          <a:prstGeom prst="rect">
            <a:avLst/>
          </a:prstGeom>
          <a:solidFill>
            <a:schemeClr val="bg2"/>
          </a:solidFill>
          <a:ln>
            <a:noFill/>
          </a:ln>
          <a:effectLst/>
        </p:spPr>
        <p:txBody>
          <a:bodyPr rtlCol="0" anchor="ctr"/>
          <a:lstStyle/>
          <a:p>
            <a:pPr algn="ctr"/>
          </a:p>
        </p:txBody>
      </p:sp>
      <p:sp>
        <p:nvSpPr>
          <p:cNvPr id="5" name="TextBox 4"/>
          <p:cNvSpPr txBox="1"/>
          <p:nvPr/>
        </p:nvSpPr>
        <p:spPr>
          <a:xfrm>
            <a:off x="822960" y="3611880"/>
            <a:ext cx="1480468" cy="310896"/>
          </a:xfrm>
          <a:prstGeom prst="rect">
            <a:avLst/>
          </a:prstGeom>
          <a:noFill/>
        </p:spPr>
        <p:txBody>
          <a:bodyPr wrap="square" anchor="t" lIns="0" rIns="0" tIns="0" bIns="0">
            <a:spAutoFit/>
          </a:bodyPr>
          <a:lstStyle/>
          <a:p>
            <a:pPr algn="ctr"/>
            <a:r>
              <a:rPr sz="1400" b="0">
                <a:solidFill>
                  <a:schemeClr val="tx1"/>
                </a:solidFill>
                <a:latin typeface="+mn-lt"/>
              </a:rPr>
              <a:t>Lorem</a:t>
            </a:r>
          </a:p>
        </p:txBody>
      </p:sp>
      <p:sp>
        <p:nvSpPr>
          <p:cNvPr id="6" name="TextBox 5"/>
          <p:cNvSpPr txBox="1"/>
          <p:nvPr/>
        </p:nvSpPr>
        <p:spPr>
          <a:xfrm>
            <a:off x="822960" y="3922776"/>
            <a:ext cx="1480468" cy="713232"/>
          </a:xfrm>
          <a:prstGeom prst="rect">
            <a:avLst/>
          </a:prstGeom>
          <a:noFill/>
        </p:spPr>
        <p:txBody>
          <a:bodyPr wrap="square" anchor="t" lIns="0" rIns="0" tIns="0" bIns="0">
            <a:spAutoFit/>
          </a:bodyPr>
          <a:lstStyle/>
          <a:p>
            <a:pPr algn="ctr"/>
            <a:r>
              <a:rPr sz="4000" b="1">
                <a:solidFill>
                  <a:schemeClr val="accent1"/>
                </a:solidFill>
                <a:latin typeface="+mj-lt"/>
              </a:rPr>
              <a:t>000</a:t>
            </a:r>
          </a:p>
        </p:txBody>
      </p:sp>
      <p:sp>
        <p:nvSpPr>
          <p:cNvPr id="7" name="Rectangle 6"/>
          <p:cNvSpPr/>
          <p:nvPr/>
        </p:nvSpPr>
        <p:spPr>
          <a:xfrm>
            <a:off x="2508254" y="3447288"/>
            <a:ext cx="1480468" cy="1234440"/>
          </a:xfrm>
          <a:prstGeom prst="rect">
            <a:avLst/>
          </a:prstGeom>
          <a:solidFill>
            <a:schemeClr val="bg2"/>
          </a:solidFill>
          <a:ln>
            <a:noFill/>
          </a:ln>
          <a:effectLst/>
        </p:spPr>
        <p:txBody>
          <a:bodyPr rtlCol="0" anchor="ctr"/>
          <a:lstStyle/>
          <a:p>
            <a:pPr algn="ctr"/>
          </a:p>
        </p:txBody>
      </p:sp>
      <p:sp>
        <p:nvSpPr>
          <p:cNvPr id="8" name="TextBox 7"/>
          <p:cNvSpPr txBox="1"/>
          <p:nvPr/>
        </p:nvSpPr>
        <p:spPr>
          <a:xfrm>
            <a:off x="2508254" y="3611880"/>
            <a:ext cx="1480468" cy="310896"/>
          </a:xfrm>
          <a:prstGeom prst="rect">
            <a:avLst/>
          </a:prstGeom>
          <a:noFill/>
        </p:spPr>
        <p:txBody>
          <a:bodyPr wrap="square" anchor="t" lIns="0" rIns="0" tIns="0" bIns="0">
            <a:spAutoFit/>
          </a:bodyPr>
          <a:lstStyle/>
          <a:p>
            <a:pPr algn="ctr"/>
            <a:r>
              <a:rPr sz="1400" b="0">
                <a:solidFill>
                  <a:schemeClr val="tx1"/>
                </a:solidFill>
                <a:latin typeface="+mn-lt"/>
              </a:rPr>
              <a:t>Lorem</a:t>
            </a:r>
          </a:p>
        </p:txBody>
      </p:sp>
      <p:sp>
        <p:nvSpPr>
          <p:cNvPr id="9" name="TextBox 8"/>
          <p:cNvSpPr txBox="1"/>
          <p:nvPr/>
        </p:nvSpPr>
        <p:spPr>
          <a:xfrm>
            <a:off x="2508254" y="3922776"/>
            <a:ext cx="1480468" cy="713232"/>
          </a:xfrm>
          <a:prstGeom prst="rect">
            <a:avLst/>
          </a:prstGeom>
          <a:noFill/>
        </p:spPr>
        <p:txBody>
          <a:bodyPr wrap="square" anchor="t" lIns="0" rIns="0" tIns="0" bIns="0">
            <a:spAutoFit/>
          </a:bodyPr>
          <a:lstStyle/>
          <a:p>
            <a:pPr algn="ctr"/>
            <a:r>
              <a:rPr sz="4000" b="1">
                <a:solidFill>
                  <a:schemeClr val="accent1"/>
                </a:solidFill>
                <a:latin typeface="+mj-lt"/>
              </a:rPr>
              <a:t>000</a:t>
            </a:r>
          </a:p>
        </p:txBody>
      </p:sp>
      <p:sp>
        <p:nvSpPr>
          <p:cNvPr id="10" name="Rectangle 9"/>
          <p:cNvSpPr/>
          <p:nvPr/>
        </p:nvSpPr>
        <p:spPr>
          <a:xfrm>
            <a:off x="4193548" y="3447288"/>
            <a:ext cx="1480468" cy="1234440"/>
          </a:xfrm>
          <a:prstGeom prst="rect">
            <a:avLst/>
          </a:prstGeom>
          <a:solidFill>
            <a:schemeClr val="bg2"/>
          </a:solidFill>
          <a:ln>
            <a:noFill/>
          </a:ln>
          <a:effectLst/>
        </p:spPr>
        <p:txBody>
          <a:bodyPr rtlCol="0" anchor="ctr"/>
          <a:lstStyle/>
          <a:p>
            <a:pPr algn="ctr"/>
          </a:p>
        </p:txBody>
      </p:sp>
      <p:sp>
        <p:nvSpPr>
          <p:cNvPr id="11" name="TextBox 10"/>
          <p:cNvSpPr txBox="1"/>
          <p:nvPr/>
        </p:nvSpPr>
        <p:spPr>
          <a:xfrm>
            <a:off x="4193548" y="3611880"/>
            <a:ext cx="1480468" cy="310896"/>
          </a:xfrm>
          <a:prstGeom prst="rect">
            <a:avLst/>
          </a:prstGeom>
          <a:noFill/>
        </p:spPr>
        <p:txBody>
          <a:bodyPr wrap="square" anchor="t" lIns="0" rIns="0" tIns="0" bIns="0">
            <a:spAutoFit/>
          </a:bodyPr>
          <a:lstStyle/>
          <a:p>
            <a:pPr algn="ctr"/>
            <a:r>
              <a:rPr sz="1400" b="0">
                <a:solidFill>
                  <a:schemeClr val="tx1"/>
                </a:solidFill>
                <a:latin typeface="+mn-lt"/>
              </a:rPr>
              <a:t>Lorem</a:t>
            </a:r>
          </a:p>
        </p:txBody>
      </p:sp>
      <p:sp>
        <p:nvSpPr>
          <p:cNvPr id="12" name="TextBox 11"/>
          <p:cNvSpPr txBox="1"/>
          <p:nvPr/>
        </p:nvSpPr>
        <p:spPr>
          <a:xfrm>
            <a:off x="4193548" y="3922776"/>
            <a:ext cx="1480468" cy="713232"/>
          </a:xfrm>
          <a:prstGeom prst="rect">
            <a:avLst/>
          </a:prstGeom>
          <a:noFill/>
        </p:spPr>
        <p:txBody>
          <a:bodyPr wrap="square" anchor="t" lIns="0" rIns="0" tIns="0" bIns="0">
            <a:spAutoFit/>
          </a:bodyPr>
          <a:lstStyle/>
          <a:p>
            <a:pPr algn="ctr"/>
            <a:r>
              <a:rPr sz="4000" b="1">
                <a:solidFill>
                  <a:schemeClr val="accent1"/>
                </a:solidFill>
                <a:latin typeface="+mj-lt"/>
              </a:rPr>
              <a:t>000</a:t>
            </a:r>
          </a:p>
        </p:txBody>
      </p:sp>
      <p:sp>
        <p:nvSpPr>
          <p:cNvPr id="13" name="Rectangle 12"/>
          <p:cNvSpPr/>
          <p:nvPr/>
        </p:nvSpPr>
        <p:spPr>
          <a:xfrm>
            <a:off x="5966624" y="1298448"/>
            <a:ext cx="5402110" cy="4736592"/>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or map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2240279"/>
            <a:ext cx="4623663" cy="1796795"/>
          </a:xfrm>
          <a:prstGeom prst="rect">
            <a:avLst/>
          </a:prstGeom>
          <a:solidFill>
            <a:schemeClr val="accent5"/>
          </a:solidFill>
          <a:ln>
            <a:noFill/>
          </a:ln>
          <a:effectLst/>
        </p:spPr>
        <p:txBody>
          <a:bodyPr rtlCol="0" anchor="ctr"/>
          <a:lstStyle/>
          <a:p>
            <a:pPr algn="ctr"/>
          </a:p>
        </p:txBody>
      </p:sp>
      <p:sp>
        <p:nvSpPr>
          <p:cNvPr id="5" name="TextBox 4"/>
          <p:cNvSpPr txBox="1"/>
          <p:nvPr/>
        </p:nvSpPr>
        <p:spPr>
          <a:xfrm>
            <a:off x="4577943" y="2350008"/>
            <a:ext cx="777240" cy="868680"/>
          </a:xfrm>
          <a:prstGeom prst="rect">
            <a:avLst/>
          </a:prstGeom>
          <a:noFill/>
        </p:spPr>
        <p:txBody>
          <a:bodyPr wrap="square" anchor="t" lIns="0" rIns="0" tIns="0" bIns="0">
            <a:spAutoFit/>
          </a:bodyPr>
          <a:lstStyle/>
          <a:p>
            <a:pPr algn="r"/>
            <a:r>
              <a:rPr sz="4600" b="1">
                <a:solidFill>
                  <a:schemeClr val="accent3"/>
                </a:solidFill>
                <a:latin typeface="+mj-lt"/>
              </a:rPr>
              <a:t>1</a:t>
            </a:r>
          </a:p>
        </p:txBody>
      </p:sp>
      <p:sp>
        <p:nvSpPr>
          <p:cNvPr id="6" name="TextBox 5"/>
          <p:cNvSpPr txBox="1"/>
          <p:nvPr/>
        </p:nvSpPr>
        <p:spPr>
          <a:xfrm>
            <a:off x="987552" y="2386584"/>
            <a:ext cx="3572103"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TextBox 6"/>
          <p:cNvSpPr txBox="1"/>
          <p:nvPr/>
        </p:nvSpPr>
        <p:spPr>
          <a:xfrm>
            <a:off x="1188720" y="2843784"/>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8" name="TextBox 7"/>
          <p:cNvSpPr txBox="1"/>
          <p:nvPr/>
        </p:nvSpPr>
        <p:spPr>
          <a:xfrm>
            <a:off x="1188720" y="3227832"/>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9" name="TextBox 8"/>
          <p:cNvSpPr txBox="1"/>
          <p:nvPr/>
        </p:nvSpPr>
        <p:spPr>
          <a:xfrm>
            <a:off x="1188720" y="3611879"/>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10" name="Rectangle 9"/>
          <p:cNvSpPr/>
          <p:nvPr/>
        </p:nvSpPr>
        <p:spPr>
          <a:xfrm>
            <a:off x="6745071" y="2240279"/>
            <a:ext cx="4623663" cy="1796795"/>
          </a:xfrm>
          <a:prstGeom prst="rect">
            <a:avLst/>
          </a:prstGeom>
          <a:solidFill>
            <a:schemeClr val="accent1"/>
          </a:solidFill>
          <a:ln>
            <a:noFill/>
          </a:ln>
          <a:effectLst/>
        </p:spPr>
        <p:txBody>
          <a:bodyPr rtlCol="0" anchor="ctr"/>
          <a:lstStyle/>
          <a:p>
            <a:pPr algn="ctr"/>
          </a:p>
        </p:txBody>
      </p:sp>
      <p:sp>
        <p:nvSpPr>
          <p:cNvPr id="11" name="TextBox 10"/>
          <p:cNvSpPr txBox="1"/>
          <p:nvPr/>
        </p:nvSpPr>
        <p:spPr>
          <a:xfrm>
            <a:off x="10500055" y="2350008"/>
            <a:ext cx="777240" cy="868680"/>
          </a:xfrm>
          <a:prstGeom prst="rect">
            <a:avLst/>
          </a:prstGeom>
          <a:noFill/>
        </p:spPr>
        <p:txBody>
          <a:bodyPr wrap="square" anchor="t" lIns="0" rIns="0" tIns="0" bIns="0">
            <a:spAutoFit/>
          </a:bodyPr>
          <a:lstStyle/>
          <a:p>
            <a:pPr algn="r"/>
            <a:r>
              <a:rPr sz="4600" b="1">
                <a:solidFill>
                  <a:schemeClr val="bg1"/>
                </a:solidFill>
                <a:latin typeface="+mj-lt"/>
              </a:rPr>
              <a:t>2</a:t>
            </a:r>
          </a:p>
        </p:txBody>
      </p:sp>
      <p:sp>
        <p:nvSpPr>
          <p:cNvPr id="12" name="TextBox 11"/>
          <p:cNvSpPr txBox="1"/>
          <p:nvPr/>
        </p:nvSpPr>
        <p:spPr>
          <a:xfrm>
            <a:off x="6909663" y="2386584"/>
            <a:ext cx="3572103" cy="384048"/>
          </a:xfrm>
          <a:prstGeom prst="rect">
            <a:avLst/>
          </a:prstGeom>
          <a:noFill/>
        </p:spPr>
        <p:txBody>
          <a:bodyPr wrap="square" anchor="t" lIns="0" rIns="0" tIns="0" bIns="0">
            <a:spAutoFit/>
          </a:bodyPr>
          <a:lstStyle/>
          <a:p>
            <a:pPr algn="l"/>
            <a:r>
              <a:rPr sz="1800" b="1">
                <a:solidFill>
                  <a:schemeClr val="bg1"/>
                </a:solidFill>
                <a:latin typeface="+mn-lt"/>
              </a:rPr>
              <a:t>Lorem Ipsum</a:t>
            </a:r>
          </a:p>
        </p:txBody>
      </p:sp>
      <p:sp>
        <p:nvSpPr>
          <p:cNvPr id="13" name="TextBox 12"/>
          <p:cNvSpPr txBox="1"/>
          <p:nvPr/>
        </p:nvSpPr>
        <p:spPr>
          <a:xfrm>
            <a:off x="7110831" y="2843784"/>
            <a:ext cx="4184751" cy="365760"/>
          </a:xfrm>
          <a:prstGeom prst="rect">
            <a:avLst/>
          </a:prstGeom>
          <a:noFill/>
        </p:spPr>
        <p:txBody>
          <a:bodyPr wrap="square" anchor="t" lIns="0" rIns="0" tIns="0" bIns="0">
            <a:spAutoFit/>
          </a:bodyPr>
          <a:lstStyle/>
          <a:p>
            <a:pPr algn="l"/>
            <a:r>
              <a:rPr sz="1400" b="0">
                <a:solidFill>
                  <a:schemeClr val="bg1"/>
                </a:solidFill>
                <a:latin typeface="+mn-lt"/>
              </a:rPr>
              <a:t>Lorem ipsum dolor sit amet consectetur</a:t>
            </a:r>
          </a:p>
        </p:txBody>
      </p:sp>
      <p:sp>
        <p:nvSpPr>
          <p:cNvPr id="14" name="TextBox 13"/>
          <p:cNvSpPr txBox="1"/>
          <p:nvPr/>
        </p:nvSpPr>
        <p:spPr>
          <a:xfrm>
            <a:off x="7110831" y="3227832"/>
            <a:ext cx="4184751" cy="365760"/>
          </a:xfrm>
          <a:prstGeom prst="rect">
            <a:avLst/>
          </a:prstGeom>
          <a:noFill/>
        </p:spPr>
        <p:txBody>
          <a:bodyPr wrap="square" anchor="t" lIns="0" rIns="0" tIns="0" bIns="0">
            <a:spAutoFit/>
          </a:bodyPr>
          <a:lstStyle/>
          <a:p>
            <a:pPr algn="l"/>
            <a:r>
              <a:rPr sz="1400" b="0">
                <a:solidFill>
                  <a:schemeClr val="bg1"/>
                </a:solidFill>
                <a:latin typeface="+mn-lt"/>
              </a:rPr>
              <a:t>Lorem ipsum dolor sit amet consectetur</a:t>
            </a:r>
          </a:p>
        </p:txBody>
      </p:sp>
      <p:sp>
        <p:nvSpPr>
          <p:cNvPr id="15" name="TextBox 14"/>
          <p:cNvSpPr txBox="1"/>
          <p:nvPr/>
        </p:nvSpPr>
        <p:spPr>
          <a:xfrm>
            <a:off x="7110831" y="3611879"/>
            <a:ext cx="4184751" cy="365760"/>
          </a:xfrm>
          <a:prstGeom prst="rect">
            <a:avLst/>
          </a:prstGeom>
          <a:noFill/>
        </p:spPr>
        <p:txBody>
          <a:bodyPr wrap="square" anchor="t" lIns="0" rIns="0" tIns="0" bIns="0">
            <a:spAutoFit/>
          </a:bodyPr>
          <a:lstStyle/>
          <a:p>
            <a:pPr algn="l"/>
            <a:r>
              <a:rPr sz="1400" b="0">
                <a:solidFill>
                  <a:schemeClr val="bg1"/>
                </a:solidFill>
                <a:latin typeface="+mn-lt"/>
              </a:rPr>
              <a:t>Lorem ipsum dolor sit amet consectetur</a:t>
            </a:r>
          </a:p>
        </p:txBody>
      </p:sp>
      <p:sp>
        <p:nvSpPr>
          <p:cNvPr id="16" name="Rectangle 15"/>
          <p:cNvSpPr/>
          <p:nvPr/>
        </p:nvSpPr>
        <p:spPr>
          <a:xfrm>
            <a:off x="6242151" y="4238244"/>
            <a:ext cx="4623663" cy="1796795"/>
          </a:xfrm>
          <a:prstGeom prst="rect">
            <a:avLst/>
          </a:prstGeom>
          <a:solidFill>
            <a:schemeClr val="accent4"/>
          </a:solidFill>
          <a:ln>
            <a:noFill/>
          </a:ln>
          <a:effectLst/>
        </p:spPr>
        <p:txBody>
          <a:bodyPr rtlCol="0" anchor="ctr"/>
          <a:lstStyle/>
          <a:p>
            <a:pPr algn="ctr"/>
          </a:p>
        </p:txBody>
      </p:sp>
      <p:sp>
        <p:nvSpPr>
          <p:cNvPr id="17" name="TextBox 16"/>
          <p:cNvSpPr txBox="1"/>
          <p:nvPr/>
        </p:nvSpPr>
        <p:spPr>
          <a:xfrm>
            <a:off x="9997135" y="4347972"/>
            <a:ext cx="777240" cy="868680"/>
          </a:xfrm>
          <a:prstGeom prst="rect">
            <a:avLst/>
          </a:prstGeom>
          <a:noFill/>
        </p:spPr>
        <p:txBody>
          <a:bodyPr wrap="square" anchor="t" lIns="0" rIns="0" tIns="0" bIns="0">
            <a:spAutoFit/>
          </a:bodyPr>
          <a:lstStyle/>
          <a:p>
            <a:pPr algn="r"/>
            <a:r>
              <a:rPr sz="4600" b="1">
                <a:solidFill>
                  <a:schemeClr val="accent3"/>
                </a:solidFill>
                <a:latin typeface="+mj-lt"/>
              </a:rPr>
              <a:t>3</a:t>
            </a:r>
          </a:p>
        </p:txBody>
      </p:sp>
      <p:sp>
        <p:nvSpPr>
          <p:cNvPr id="18" name="TextBox 17"/>
          <p:cNvSpPr txBox="1"/>
          <p:nvPr/>
        </p:nvSpPr>
        <p:spPr>
          <a:xfrm>
            <a:off x="6406743" y="4384548"/>
            <a:ext cx="3572103"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9" name="TextBox 18"/>
          <p:cNvSpPr txBox="1"/>
          <p:nvPr/>
        </p:nvSpPr>
        <p:spPr>
          <a:xfrm>
            <a:off x="6607911" y="4841748"/>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20" name="TextBox 19"/>
          <p:cNvSpPr txBox="1"/>
          <p:nvPr/>
        </p:nvSpPr>
        <p:spPr>
          <a:xfrm>
            <a:off x="6607911" y="5225796"/>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21" name="TextBox 20"/>
          <p:cNvSpPr txBox="1"/>
          <p:nvPr/>
        </p:nvSpPr>
        <p:spPr>
          <a:xfrm>
            <a:off x="6607911" y="5609844"/>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22" name="Rectangle 21"/>
          <p:cNvSpPr/>
          <p:nvPr/>
        </p:nvSpPr>
        <p:spPr>
          <a:xfrm>
            <a:off x="1325880" y="4238244"/>
            <a:ext cx="4623663" cy="1796795"/>
          </a:xfrm>
          <a:prstGeom prst="rect">
            <a:avLst/>
          </a:prstGeom>
          <a:solidFill>
            <a:schemeClr val="accent2"/>
          </a:solidFill>
          <a:ln>
            <a:noFill/>
          </a:ln>
          <a:effectLst/>
        </p:spPr>
        <p:txBody>
          <a:bodyPr rtlCol="0" anchor="ctr"/>
          <a:lstStyle/>
          <a:p>
            <a:pPr algn="ctr"/>
          </a:p>
        </p:txBody>
      </p:sp>
      <p:sp>
        <p:nvSpPr>
          <p:cNvPr id="23" name="TextBox 22"/>
          <p:cNvSpPr txBox="1"/>
          <p:nvPr/>
        </p:nvSpPr>
        <p:spPr>
          <a:xfrm>
            <a:off x="5080863" y="4347972"/>
            <a:ext cx="777240" cy="868680"/>
          </a:xfrm>
          <a:prstGeom prst="rect">
            <a:avLst/>
          </a:prstGeom>
          <a:noFill/>
        </p:spPr>
        <p:txBody>
          <a:bodyPr wrap="square" anchor="t" lIns="0" rIns="0" tIns="0" bIns="0">
            <a:spAutoFit/>
          </a:bodyPr>
          <a:lstStyle/>
          <a:p>
            <a:pPr algn="r"/>
            <a:r>
              <a:rPr sz="4600" b="1">
                <a:solidFill>
                  <a:schemeClr val="accent3"/>
                </a:solidFill>
                <a:latin typeface="+mj-lt"/>
              </a:rPr>
              <a:t>4</a:t>
            </a:r>
          </a:p>
        </p:txBody>
      </p:sp>
      <p:sp>
        <p:nvSpPr>
          <p:cNvPr id="24" name="TextBox 23"/>
          <p:cNvSpPr txBox="1"/>
          <p:nvPr/>
        </p:nvSpPr>
        <p:spPr>
          <a:xfrm>
            <a:off x="1490472" y="4384548"/>
            <a:ext cx="3572103"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25" name="TextBox 24"/>
          <p:cNvSpPr txBox="1"/>
          <p:nvPr/>
        </p:nvSpPr>
        <p:spPr>
          <a:xfrm>
            <a:off x="1691640" y="4841748"/>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26" name="TextBox 25"/>
          <p:cNvSpPr txBox="1"/>
          <p:nvPr/>
        </p:nvSpPr>
        <p:spPr>
          <a:xfrm>
            <a:off x="1691640" y="5225796"/>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
        <p:nvSpPr>
          <p:cNvPr id="27" name="TextBox 26"/>
          <p:cNvSpPr txBox="1"/>
          <p:nvPr/>
        </p:nvSpPr>
        <p:spPr>
          <a:xfrm>
            <a:off x="1691640" y="5609844"/>
            <a:ext cx="4184751" cy="3657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965960"/>
            <a:ext cx="6824167"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5" name="TextBox 4"/>
          <p:cNvSpPr txBox="1"/>
          <p:nvPr/>
        </p:nvSpPr>
        <p:spPr>
          <a:xfrm>
            <a:off x="822960" y="2423160"/>
            <a:ext cx="6824167" cy="1051560"/>
          </a:xfrm>
          <a:prstGeom prst="rect">
            <a:avLst/>
          </a:prstGeom>
          <a:noFill/>
        </p:spPr>
        <p:txBody>
          <a:bodyPr wrap="square" anchor="t" lIns="0" rIns="0" tIns="0" bIns="0">
            <a:spAutoFit/>
          </a:bodyPr>
          <a:lstStyle/>
          <a:p>
            <a:pPr algn="l"/>
            <a:r>
              <a:rPr sz="2000" b="0">
                <a:solidFill>
                  <a:schemeClr val="tx1"/>
                </a:solidFill>
                <a:latin typeface="+mn-lt"/>
              </a:rPr>
              <a:t>Lorem ipsum dolor sit amet consectetur adipiscing elit sed do eiusmod tempor incididunt ut labore et</a:t>
            </a:r>
          </a:p>
        </p:txBody>
      </p:sp>
      <p:sp>
        <p:nvSpPr>
          <p:cNvPr id="6" name="TextBox 5"/>
          <p:cNvSpPr txBox="1"/>
          <p:nvPr/>
        </p:nvSpPr>
        <p:spPr>
          <a:xfrm>
            <a:off x="822960" y="3657600"/>
            <a:ext cx="6824167" cy="237743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lorem ipsum dolor sit amet</a:t>
            </a:r>
          </a:p>
        </p:txBody>
      </p:sp>
      <p:sp>
        <p:nvSpPr>
          <p:cNvPr id="7" name="Rectangle 6"/>
          <p:cNvSpPr/>
          <p:nvPr/>
        </p:nvSpPr>
        <p:spPr>
          <a:xfrm>
            <a:off x="7939735" y="1965960"/>
            <a:ext cx="3429000" cy="4069079"/>
          </a:xfrm>
          <a:prstGeom prst="rect">
            <a:avLst/>
          </a:prstGeom>
          <a:solidFill>
            <a:schemeClr val="bg2"/>
          </a:solidFill>
          <a:ln>
            <a:noFill/>
          </a:ln>
          <a:effectLst/>
        </p:spPr>
        <p:txBody>
          <a:bodyPr rtlCol="0" anchor="ctr"/>
          <a:lstStyle/>
          <a:p>
            <a:pPr algn="ctr"/>
          </a:p>
        </p:txBody>
      </p:sp>
      <p:sp>
        <p:nvSpPr>
          <p:cNvPr id="8" name="TextBox 7"/>
          <p:cNvSpPr txBox="1"/>
          <p:nvPr/>
        </p:nvSpPr>
        <p:spPr>
          <a:xfrm>
            <a:off x="8104327" y="2167128"/>
            <a:ext cx="3099816" cy="292608"/>
          </a:xfrm>
          <a:prstGeom prst="rect">
            <a:avLst/>
          </a:prstGeom>
          <a:noFill/>
        </p:spPr>
        <p:txBody>
          <a:bodyPr wrap="square" anchor="t" lIns="0" rIns="0" tIns="0" bIns="0">
            <a:spAutoFit/>
          </a:bodyPr>
          <a:lstStyle/>
          <a:p>
            <a:pPr algn="l"/>
            <a:r>
              <a:rPr sz="1400" b="1">
                <a:solidFill>
                  <a:schemeClr val="accent2"/>
                </a:solidFill>
                <a:latin typeface="+mn-lt"/>
              </a:rPr>
              <a:t>Lorem</a:t>
            </a:r>
          </a:p>
        </p:txBody>
      </p:sp>
      <p:sp>
        <p:nvSpPr>
          <p:cNvPr id="9" name="TextBox 8"/>
          <p:cNvSpPr txBox="1"/>
          <p:nvPr/>
        </p:nvSpPr>
        <p:spPr>
          <a:xfrm>
            <a:off x="8104327" y="2496312"/>
            <a:ext cx="309981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0" name="TextBox 9"/>
          <p:cNvSpPr txBox="1"/>
          <p:nvPr/>
        </p:nvSpPr>
        <p:spPr>
          <a:xfrm>
            <a:off x="8104327" y="3129534"/>
            <a:ext cx="3099816" cy="292608"/>
          </a:xfrm>
          <a:prstGeom prst="rect">
            <a:avLst/>
          </a:prstGeom>
          <a:noFill/>
        </p:spPr>
        <p:txBody>
          <a:bodyPr wrap="square" anchor="t" lIns="0" rIns="0" tIns="0" bIns="0">
            <a:spAutoFit/>
          </a:bodyPr>
          <a:lstStyle/>
          <a:p>
            <a:pPr algn="l"/>
            <a:r>
              <a:rPr sz="1400" b="1">
                <a:solidFill>
                  <a:schemeClr val="accent2"/>
                </a:solidFill>
                <a:latin typeface="+mn-lt"/>
              </a:rPr>
              <a:t>Lorem</a:t>
            </a:r>
          </a:p>
        </p:txBody>
      </p:sp>
      <p:sp>
        <p:nvSpPr>
          <p:cNvPr id="11" name="TextBox 10"/>
          <p:cNvSpPr txBox="1"/>
          <p:nvPr/>
        </p:nvSpPr>
        <p:spPr>
          <a:xfrm>
            <a:off x="8104327" y="3458718"/>
            <a:ext cx="309981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2" name="TextBox 11"/>
          <p:cNvSpPr txBox="1"/>
          <p:nvPr/>
        </p:nvSpPr>
        <p:spPr>
          <a:xfrm>
            <a:off x="8104327" y="4091939"/>
            <a:ext cx="3099816" cy="292608"/>
          </a:xfrm>
          <a:prstGeom prst="rect">
            <a:avLst/>
          </a:prstGeom>
          <a:noFill/>
        </p:spPr>
        <p:txBody>
          <a:bodyPr wrap="square" anchor="t" lIns="0" rIns="0" tIns="0" bIns="0">
            <a:spAutoFit/>
          </a:bodyPr>
          <a:lstStyle/>
          <a:p>
            <a:pPr algn="l"/>
            <a:r>
              <a:rPr sz="1400" b="1">
                <a:solidFill>
                  <a:schemeClr val="accent2"/>
                </a:solidFill>
                <a:latin typeface="+mn-lt"/>
              </a:rPr>
              <a:t>Lorem</a:t>
            </a:r>
          </a:p>
        </p:txBody>
      </p:sp>
      <p:sp>
        <p:nvSpPr>
          <p:cNvPr id="13" name="TextBox 12"/>
          <p:cNvSpPr txBox="1"/>
          <p:nvPr/>
        </p:nvSpPr>
        <p:spPr>
          <a:xfrm>
            <a:off x="8104327" y="4421124"/>
            <a:ext cx="309981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4" name="TextBox 13"/>
          <p:cNvSpPr txBox="1"/>
          <p:nvPr/>
        </p:nvSpPr>
        <p:spPr>
          <a:xfrm>
            <a:off x="8104327" y="5054345"/>
            <a:ext cx="3099816" cy="292608"/>
          </a:xfrm>
          <a:prstGeom prst="rect">
            <a:avLst/>
          </a:prstGeom>
          <a:noFill/>
        </p:spPr>
        <p:txBody>
          <a:bodyPr wrap="square" anchor="t" lIns="0" rIns="0" tIns="0" bIns="0">
            <a:spAutoFit/>
          </a:bodyPr>
          <a:lstStyle/>
          <a:p>
            <a:pPr algn="l"/>
            <a:r>
              <a:rPr sz="1400" b="1">
                <a:solidFill>
                  <a:schemeClr val="accent2"/>
                </a:solidFill>
                <a:latin typeface="+mn-lt"/>
              </a:rPr>
              <a:t>Lorem</a:t>
            </a:r>
          </a:p>
        </p:txBody>
      </p:sp>
      <p:sp>
        <p:nvSpPr>
          <p:cNvPr id="15" name="TextBox 14"/>
          <p:cNvSpPr txBox="1"/>
          <p:nvPr/>
        </p:nvSpPr>
        <p:spPr>
          <a:xfrm>
            <a:off x="8104327" y="5383529"/>
            <a:ext cx="309981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1965960"/>
            <a:ext cx="3320186" cy="3657599"/>
          </a:xfrm>
          <a:prstGeom prst="rect">
            <a:avLst/>
          </a:prstGeom>
          <a:solidFill>
            <a:schemeClr val="bg2"/>
          </a:solidFill>
          <a:ln>
            <a:noFill/>
          </a:ln>
          <a:effectLst/>
        </p:spPr>
        <p:txBody>
          <a:bodyPr rtlCol="0" anchor="ctr"/>
          <a:lstStyle/>
          <a:p>
            <a:pPr algn="ctr"/>
          </a:p>
        </p:txBody>
      </p:sp>
      <p:sp>
        <p:nvSpPr>
          <p:cNvPr id="5" name="TextBox 4"/>
          <p:cNvSpPr txBox="1"/>
          <p:nvPr/>
        </p:nvSpPr>
        <p:spPr>
          <a:xfrm>
            <a:off x="987552" y="2075688"/>
            <a:ext cx="2991002" cy="502920"/>
          </a:xfrm>
          <a:prstGeom prst="rect">
            <a:avLst/>
          </a:prstGeom>
          <a:noFill/>
        </p:spPr>
        <p:txBody>
          <a:bodyPr wrap="square" anchor="t" lIns="0" rIns="0" tIns="0" bIns="0">
            <a:spAutoFit/>
          </a:bodyPr>
          <a:lstStyle/>
          <a:p>
            <a:pPr algn="l"/>
            <a:r>
              <a:rPr sz="4000" b="1">
                <a:solidFill>
                  <a:schemeClr val="accent4"/>
                </a:solidFill>
                <a:latin typeface="+mj-lt"/>
              </a:rPr>
              <a:t>"</a:t>
            </a:r>
          </a:p>
        </p:txBody>
      </p:sp>
      <p:sp>
        <p:nvSpPr>
          <p:cNvPr id="6" name="TextBox 5"/>
          <p:cNvSpPr txBox="1"/>
          <p:nvPr/>
        </p:nvSpPr>
        <p:spPr>
          <a:xfrm>
            <a:off x="987552" y="2651760"/>
            <a:ext cx="2991002" cy="205739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a:t>
            </a:r>
          </a:p>
        </p:txBody>
      </p:sp>
      <p:sp>
        <p:nvSpPr>
          <p:cNvPr id="7" name="Oval 6"/>
          <p:cNvSpPr/>
          <p:nvPr/>
        </p:nvSpPr>
        <p:spPr>
          <a:xfrm>
            <a:off x="987552" y="4818887"/>
            <a:ext cx="475488" cy="475488"/>
          </a:xfrm>
          <a:prstGeom prst="ellipse">
            <a:avLst/>
          </a:prstGeom>
          <a:solidFill>
            <a:schemeClr val="accent4"/>
          </a:solidFill>
          <a:ln>
            <a:noFill/>
          </a:ln>
          <a:effectLst/>
        </p:spPr>
        <p:txBody>
          <a:bodyPr rtlCol="0" anchor="ctr"/>
          <a:lstStyle/>
          <a:p>
            <a:pPr algn="ctr"/>
          </a:p>
        </p:txBody>
      </p:sp>
      <p:sp>
        <p:nvSpPr>
          <p:cNvPr id="8" name="TextBox 7"/>
          <p:cNvSpPr txBox="1"/>
          <p:nvPr/>
        </p:nvSpPr>
        <p:spPr>
          <a:xfrm>
            <a:off x="1591056" y="4818887"/>
            <a:ext cx="2424074" cy="548640"/>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a:t>
            </a:r>
          </a:p>
        </p:txBody>
      </p:sp>
      <p:sp>
        <p:nvSpPr>
          <p:cNvPr id="9" name="Rectangle 8"/>
          <p:cNvSpPr/>
          <p:nvPr/>
        </p:nvSpPr>
        <p:spPr>
          <a:xfrm>
            <a:off x="4435754" y="2331720"/>
            <a:ext cx="3320186" cy="3657599"/>
          </a:xfrm>
          <a:prstGeom prst="rect">
            <a:avLst/>
          </a:prstGeom>
          <a:solidFill>
            <a:schemeClr val="bg2"/>
          </a:solidFill>
          <a:ln>
            <a:noFill/>
          </a:ln>
          <a:effectLst/>
        </p:spPr>
        <p:txBody>
          <a:bodyPr rtlCol="0" anchor="ctr"/>
          <a:lstStyle/>
          <a:p>
            <a:pPr algn="ctr"/>
          </a:p>
        </p:txBody>
      </p:sp>
      <p:sp>
        <p:nvSpPr>
          <p:cNvPr id="10" name="TextBox 9"/>
          <p:cNvSpPr txBox="1"/>
          <p:nvPr/>
        </p:nvSpPr>
        <p:spPr>
          <a:xfrm>
            <a:off x="4600346" y="2441448"/>
            <a:ext cx="2991002" cy="502920"/>
          </a:xfrm>
          <a:prstGeom prst="rect">
            <a:avLst/>
          </a:prstGeom>
          <a:noFill/>
        </p:spPr>
        <p:txBody>
          <a:bodyPr wrap="square" anchor="t" lIns="0" rIns="0" tIns="0" bIns="0">
            <a:spAutoFit/>
          </a:bodyPr>
          <a:lstStyle/>
          <a:p>
            <a:pPr algn="l"/>
            <a:r>
              <a:rPr sz="4000" b="1">
                <a:solidFill>
                  <a:schemeClr val="accent4"/>
                </a:solidFill>
                <a:latin typeface="+mj-lt"/>
              </a:rPr>
              <a:t>"</a:t>
            </a:r>
          </a:p>
        </p:txBody>
      </p:sp>
      <p:sp>
        <p:nvSpPr>
          <p:cNvPr id="11" name="TextBox 10"/>
          <p:cNvSpPr txBox="1"/>
          <p:nvPr/>
        </p:nvSpPr>
        <p:spPr>
          <a:xfrm>
            <a:off x="4600346" y="3017520"/>
            <a:ext cx="2991002" cy="205739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a:t>
            </a:r>
          </a:p>
        </p:txBody>
      </p:sp>
      <p:sp>
        <p:nvSpPr>
          <p:cNvPr id="12" name="Oval 11"/>
          <p:cNvSpPr/>
          <p:nvPr/>
        </p:nvSpPr>
        <p:spPr>
          <a:xfrm>
            <a:off x="4600346" y="5184647"/>
            <a:ext cx="475488" cy="475488"/>
          </a:xfrm>
          <a:prstGeom prst="ellipse">
            <a:avLst/>
          </a:prstGeom>
          <a:solidFill>
            <a:schemeClr val="accent4"/>
          </a:solidFill>
          <a:ln>
            <a:noFill/>
          </a:ln>
          <a:effectLst/>
        </p:spPr>
        <p:txBody>
          <a:bodyPr rtlCol="0" anchor="ctr"/>
          <a:lstStyle/>
          <a:p>
            <a:pPr algn="ctr"/>
          </a:p>
        </p:txBody>
      </p:sp>
      <p:sp>
        <p:nvSpPr>
          <p:cNvPr id="13" name="TextBox 12"/>
          <p:cNvSpPr txBox="1"/>
          <p:nvPr/>
        </p:nvSpPr>
        <p:spPr>
          <a:xfrm>
            <a:off x="5203850" y="5184647"/>
            <a:ext cx="2424074" cy="548640"/>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a:t>
            </a:r>
          </a:p>
        </p:txBody>
      </p:sp>
      <p:sp>
        <p:nvSpPr>
          <p:cNvPr id="14" name="Rectangle 13"/>
          <p:cNvSpPr/>
          <p:nvPr/>
        </p:nvSpPr>
        <p:spPr>
          <a:xfrm>
            <a:off x="8048548" y="1965960"/>
            <a:ext cx="3320186" cy="3657599"/>
          </a:xfrm>
          <a:prstGeom prst="rect">
            <a:avLst/>
          </a:prstGeom>
          <a:solidFill>
            <a:schemeClr val="bg2"/>
          </a:solidFill>
          <a:ln>
            <a:noFill/>
          </a:ln>
          <a:effectLst/>
        </p:spPr>
        <p:txBody>
          <a:bodyPr rtlCol="0" anchor="ctr"/>
          <a:lstStyle/>
          <a:p>
            <a:pPr algn="ctr"/>
          </a:p>
        </p:txBody>
      </p:sp>
      <p:sp>
        <p:nvSpPr>
          <p:cNvPr id="15" name="TextBox 14"/>
          <p:cNvSpPr txBox="1"/>
          <p:nvPr/>
        </p:nvSpPr>
        <p:spPr>
          <a:xfrm>
            <a:off x="8213140" y="2075688"/>
            <a:ext cx="2991002" cy="502920"/>
          </a:xfrm>
          <a:prstGeom prst="rect">
            <a:avLst/>
          </a:prstGeom>
          <a:noFill/>
        </p:spPr>
        <p:txBody>
          <a:bodyPr wrap="square" anchor="t" lIns="0" rIns="0" tIns="0" bIns="0">
            <a:spAutoFit/>
          </a:bodyPr>
          <a:lstStyle/>
          <a:p>
            <a:pPr algn="l"/>
            <a:r>
              <a:rPr sz="4000" b="1">
                <a:solidFill>
                  <a:schemeClr val="accent4"/>
                </a:solidFill>
                <a:latin typeface="+mj-lt"/>
              </a:rPr>
              <a:t>"</a:t>
            </a:r>
          </a:p>
        </p:txBody>
      </p:sp>
      <p:sp>
        <p:nvSpPr>
          <p:cNvPr id="16" name="TextBox 15"/>
          <p:cNvSpPr txBox="1"/>
          <p:nvPr/>
        </p:nvSpPr>
        <p:spPr>
          <a:xfrm>
            <a:off x="8213140" y="2651760"/>
            <a:ext cx="2991002" cy="205739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a:t>
            </a:r>
          </a:p>
        </p:txBody>
      </p:sp>
      <p:sp>
        <p:nvSpPr>
          <p:cNvPr id="17" name="Oval 16"/>
          <p:cNvSpPr/>
          <p:nvPr/>
        </p:nvSpPr>
        <p:spPr>
          <a:xfrm>
            <a:off x="8213140" y="4818887"/>
            <a:ext cx="475488" cy="475488"/>
          </a:xfrm>
          <a:prstGeom prst="ellipse">
            <a:avLst/>
          </a:prstGeom>
          <a:solidFill>
            <a:schemeClr val="accent4"/>
          </a:solidFill>
          <a:ln>
            <a:noFill/>
          </a:ln>
          <a:effectLst/>
        </p:spPr>
        <p:txBody>
          <a:bodyPr rtlCol="0" anchor="ctr"/>
          <a:lstStyle/>
          <a:p>
            <a:pPr algn="ctr"/>
          </a:p>
        </p:txBody>
      </p:sp>
      <p:sp>
        <p:nvSpPr>
          <p:cNvPr id="18" name="TextBox 17"/>
          <p:cNvSpPr txBox="1"/>
          <p:nvPr/>
        </p:nvSpPr>
        <p:spPr>
          <a:xfrm>
            <a:off x="8816644" y="4818887"/>
            <a:ext cx="2424074" cy="548640"/>
          </a:xfrm>
          <a:prstGeom prst="rect">
            <a:avLst/>
          </a:prstGeom>
          <a:noFill/>
        </p:spPr>
        <p:txBody>
          <a:bodyPr wrap="square" anchor="t" lIns="0" rIns="0" tIns="0" bIns="0">
            <a:spAutoFit/>
          </a:bodyPr>
          <a:lstStyle/>
          <a:p>
            <a:pPr algn="l"/>
            <a:r>
              <a:rPr sz="1400" b="1">
                <a:solidFill>
                  <a:schemeClr val="tx1"/>
                </a:solidFill>
                <a:latin typeface="+mn-lt"/>
              </a:rPr>
              <a:t>Lorem Ipsum</a:t>
            </a:r>
          </a:p>
          <a:p>
            <a:pPr algn="l"/>
            <a:r>
              <a:rPr sz="1400" b="0">
                <a:solidFill>
                  <a:schemeClr val="tx1"/>
                </a:solidFill>
                <a:latin typeface="+mn-lt"/>
              </a:rPr>
              <a:t>Lorem Ipsum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822960" y="1965960"/>
            <a:ext cx="6275527" cy="4069079"/>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map or diagram</a:t>
            </a:r>
          </a:p>
        </p:txBody>
      </p:sp>
      <p:sp>
        <p:nvSpPr>
          <p:cNvPr id="5" name="Oval 4"/>
          <p:cNvSpPr/>
          <p:nvPr/>
        </p:nvSpPr>
        <p:spPr>
          <a:xfrm>
            <a:off x="7391095" y="2199132"/>
            <a:ext cx="347472" cy="34747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1</a:t>
            </a:r>
          </a:p>
        </p:txBody>
      </p:sp>
      <p:sp>
        <p:nvSpPr>
          <p:cNvPr id="6" name="TextBox 5"/>
          <p:cNvSpPr txBox="1"/>
          <p:nvPr/>
        </p:nvSpPr>
        <p:spPr>
          <a:xfrm>
            <a:off x="7884871" y="1965960"/>
            <a:ext cx="3483863" cy="722375"/>
          </a:xfrm>
          <a:prstGeom prst="rect">
            <a:avLst/>
          </a:prstGeom>
          <a:noFill/>
        </p:spPr>
        <p:txBody>
          <a:bodyPr wrap="square" anchor="ctr" lIns="0" rIns="0" tIns="0" bIns="0">
            <a:spAutoFit/>
          </a:bodyPr>
          <a:lstStyle/>
          <a:p>
            <a:pPr algn="l"/>
            <a:r>
              <a:rPr sz="1400" b="0">
                <a:solidFill>
                  <a:schemeClr val="tx1"/>
                </a:solidFill>
                <a:latin typeface="+mn-lt"/>
              </a:rPr>
              <a:t>Lorem ipsum dolor sit amet</a:t>
            </a:r>
          </a:p>
        </p:txBody>
      </p:sp>
      <p:sp>
        <p:nvSpPr>
          <p:cNvPr id="7" name="Oval 6"/>
          <p:cNvSpPr/>
          <p:nvPr/>
        </p:nvSpPr>
        <p:spPr>
          <a:xfrm>
            <a:off x="7391095" y="3012948"/>
            <a:ext cx="347472" cy="34747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2</a:t>
            </a:r>
          </a:p>
        </p:txBody>
      </p:sp>
      <p:sp>
        <p:nvSpPr>
          <p:cNvPr id="8" name="TextBox 7"/>
          <p:cNvSpPr txBox="1"/>
          <p:nvPr/>
        </p:nvSpPr>
        <p:spPr>
          <a:xfrm>
            <a:off x="7884871" y="2779776"/>
            <a:ext cx="3483863" cy="722375"/>
          </a:xfrm>
          <a:prstGeom prst="rect">
            <a:avLst/>
          </a:prstGeom>
          <a:noFill/>
        </p:spPr>
        <p:txBody>
          <a:bodyPr wrap="square" anchor="ctr" lIns="0" rIns="0" tIns="0" bIns="0">
            <a:spAutoFit/>
          </a:bodyPr>
          <a:lstStyle/>
          <a:p>
            <a:pPr algn="l"/>
            <a:r>
              <a:rPr sz="1400" b="0">
                <a:solidFill>
                  <a:schemeClr val="tx1"/>
                </a:solidFill>
                <a:latin typeface="+mn-lt"/>
              </a:rPr>
              <a:t>Lorem ipsum dolor sit amet</a:t>
            </a:r>
          </a:p>
        </p:txBody>
      </p:sp>
      <p:sp>
        <p:nvSpPr>
          <p:cNvPr id="9" name="Oval 8"/>
          <p:cNvSpPr/>
          <p:nvPr/>
        </p:nvSpPr>
        <p:spPr>
          <a:xfrm>
            <a:off x="7391095" y="3826763"/>
            <a:ext cx="347472" cy="34747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3</a:t>
            </a:r>
          </a:p>
        </p:txBody>
      </p:sp>
      <p:sp>
        <p:nvSpPr>
          <p:cNvPr id="10" name="TextBox 9"/>
          <p:cNvSpPr txBox="1"/>
          <p:nvPr/>
        </p:nvSpPr>
        <p:spPr>
          <a:xfrm>
            <a:off x="7884871" y="3593591"/>
            <a:ext cx="3483863" cy="722375"/>
          </a:xfrm>
          <a:prstGeom prst="rect">
            <a:avLst/>
          </a:prstGeom>
          <a:noFill/>
        </p:spPr>
        <p:txBody>
          <a:bodyPr wrap="square" anchor="ctr" lIns="0" rIns="0" tIns="0" bIns="0">
            <a:spAutoFit/>
          </a:bodyPr>
          <a:lstStyle/>
          <a:p>
            <a:pPr algn="l"/>
            <a:r>
              <a:rPr sz="1400" b="0">
                <a:solidFill>
                  <a:schemeClr val="tx1"/>
                </a:solidFill>
                <a:latin typeface="+mn-lt"/>
              </a:rPr>
              <a:t>Lorem ipsum dolor sit amet</a:t>
            </a:r>
          </a:p>
        </p:txBody>
      </p:sp>
      <p:sp>
        <p:nvSpPr>
          <p:cNvPr id="11" name="Oval 10"/>
          <p:cNvSpPr/>
          <p:nvPr/>
        </p:nvSpPr>
        <p:spPr>
          <a:xfrm>
            <a:off x="7391095" y="4640580"/>
            <a:ext cx="347472" cy="34747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4</a:t>
            </a:r>
          </a:p>
        </p:txBody>
      </p:sp>
      <p:sp>
        <p:nvSpPr>
          <p:cNvPr id="12" name="TextBox 11"/>
          <p:cNvSpPr txBox="1"/>
          <p:nvPr/>
        </p:nvSpPr>
        <p:spPr>
          <a:xfrm>
            <a:off x="7884871" y="4407408"/>
            <a:ext cx="3483863" cy="722375"/>
          </a:xfrm>
          <a:prstGeom prst="rect">
            <a:avLst/>
          </a:prstGeom>
          <a:noFill/>
        </p:spPr>
        <p:txBody>
          <a:bodyPr wrap="square" anchor="ctr" lIns="0" rIns="0" tIns="0" bIns="0">
            <a:spAutoFit/>
          </a:bodyPr>
          <a:lstStyle/>
          <a:p>
            <a:pPr algn="l"/>
            <a:r>
              <a:rPr sz="1400" b="0">
                <a:solidFill>
                  <a:schemeClr val="tx1"/>
                </a:solidFill>
                <a:latin typeface="+mn-lt"/>
              </a:rPr>
              <a:t>Lorem ipsum dolor sit amet</a:t>
            </a:r>
          </a:p>
        </p:txBody>
      </p:sp>
      <p:sp>
        <p:nvSpPr>
          <p:cNvPr id="13" name="Oval 12"/>
          <p:cNvSpPr/>
          <p:nvPr/>
        </p:nvSpPr>
        <p:spPr>
          <a:xfrm>
            <a:off x="7391095" y="5454395"/>
            <a:ext cx="347472" cy="347472"/>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5</a:t>
            </a:r>
          </a:p>
        </p:txBody>
      </p:sp>
      <p:sp>
        <p:nvSpPr>
          <p:cNvPr id="14" name="TextBox 13"/>
          <p:cNvSpPr txBox="1"/>
          <p:nvPr/>
        </p:nvSpPr>
        <p:spPr>
          <a:xfrm>
            <a:off x="7884871" y="5221223"/>
            <a:ext cx="3483863" cy="722375"/>
          </a:xfrm>
          <a:prstGeom prst="rect">
            <a:avLst/>
          </a:prstGeom>
          <a:noFill/>
        </p:spPr>
        <p:txBody>
          <a:bodyPr wrap="square" anchor="ctr" lIns="0" rIns="0" tIns="0" bIns="0">
            <a:spAutoFit/>
          </a:bodyPr>
          <a:lstStyle/>
          <a:p>
            <a:pPr algn="l"/>
            <a:r>
              <a:rPr sz="1400" b="0">
                <a:solidFill>
                  <a:schemeClr val="tx1"/>
                </a:solidFill>
                <a:latin typeface="+mn-lt"/>
              </a:rPr>
              <a:t>Lorem ipsum dolor sit amet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3904487" y="1965960"/>
            <a:ext cx="1756333" cy="65836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5" name="Rectangle 4"/>
          <p:cNvSpPr/>
          <p:nvPr/>
        </p:nvSpPr>
        <p:spPr>
          <a:xfrm>
            <a:off x="5807125" y="1965960"/>
            <a:ext cx="1756333" cy="658368"/>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6" name="Rectangle 5"/>
          <p:cNvSpPr/>
          <p:nvPr/>
        </p:nvSpPr>
        <p:spPr>
          <a:xfrm>
            <a:off x="7709763" y="1965960"/>
            <a:ext cx="1756333" cy="658368"/>
          </a:xfrm>
          <a:prstGeom prst="rect">
            <a:avLst/>
          </a:prstGeom>
          <a:solidFill>
            <a:schemeClr val="accent3"/>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7" name="Rectangle 6"/>
          <p:cNvSpPr/>
          <p:nvPr/>
        </p:nvSpPr>
        <p:spPr>
          <a:xfrm>
            <a:off x="9612401" y="1965960"/>
            <a:ext cx="1756333" cy="658368"/>
          </a:xfrm>
          <a:prstGeom prst="rect">
            <a:avLst/>
          </a:prstGeom>
          <a:solidFill>
            <a:schemeClr val="accent6"/>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8" name="Rectangle 7"/>
          <p:cNvSpPr/>
          <p:nvPr/>
        </p:nvSpPr>
        <p:spPr>
          <a:xfrm>
            <a:off x="822960" y="2732227"/>
            <a:ext cx="2788920" cy="62499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9" name="Rectangle 8"/>
          <p:cNvSpPr/>
          <p:nvPr/>
        </p:nvSpPr>
        <p:spPr>
          <a:xfrm>
            <a:off x="3904487" y="2732227"/>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0" name="Rectangle 9"/>
          <p:cNvSpPr/>
          <p:nvPr/>
        </p:nvSpPr>
        <p:spPr>
          <a:xfrm>
            <a:off x="5807125" y="2732227"/>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1" name="Rectangle 10"/>
          <p:cNvSpPr/>
          <p:nvPr/>
        </p:nvSpPr>
        <p:spPr>
          <a:xfrm>
            <a:off x="7709763" y="2732227"/>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2" name="Rectangle 11"/>
          <p:cNvSpPr/>
          <p:nvPr/>
        </p:nvSpPr>
        <p:spPr>
          <a:xfrm>
            <a:off x="9612401" y="2732227"/>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3" name="Rectangle 12"/>
          <p:cNvSpPr/>
          <p:nvPr/>
        </p:nvSpPr>
        <p:spPr>
          <a:xfrm>
            <a:off x="822960" y="3412083"/>
            <a:ext cx="2788920" cy="62499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4" name="Rectangle 13"/>
          <p:cNvSpPr/>
          <p:nvPr/>
        </p:nvSpPr>
        <p:spPr>
          <a:xfrm>
            <a:off x="3904487" y="3412083"/>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5" name="Rectangle 14"/>
          <p:cNvSpPr/>
          <p:nvPr/>
        </p:nvSpPr>
        <p:spPr>
          <a:xfrm>
            <a:off x="5807125" y="3412083"/>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6" name="Rectangle 15"/>
          <p:cNvSpPr/>
          <p:nvPr/>
        </p:nvSpPr>
        <p:spPr>
          <a:xfrm>
            <a:off x="7709763" y="3412083"/>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7" name="Rectangle 16"/>
          <p:cNvSpPr/>
          <p:nvPr/>
        </p:nvSpPr>
        <p:spPr>
          <a:xfrm>
            <a:off x="9612401" y="3412083"/>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18" name="Rectangle 17"/>
          <p:cNvSpPr/>
          <p:nvPr/>
        </p:nvSpPr>
        <p:spPr>
          <a:xfrm>
            <a:off x="822960" y="4091940"/>
            <a:ext cx="2788920" cy="62499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9" name="Rectangle 18"/>
          <p:cNvSpPr/>
          <p:nvPr/>
        </p:nvSpPr>
        <p:spPr>
          <a:xfrm>
            <a:off x="3904487" y="4091940"/>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0" name="Rectangle 19"/>
          <p:cNvSpPr/>
          <p:nvPr/>
        </p:nvSpPr>
        <p:spPr>
          <a:xfrm>
            <a:off x="5807125" y="4091940"/>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1" name="Rectangle 20"/>
          <p:cNvSpPr/>
          <p:nvPr/>
        </p:nvSpPr>
        <p:spPr>
          <a:xfrm>
            <a:off x="7709763" y="4091940"/>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2" name="Rectangle 21"/>
          <p:cNvSpPr/>
          <p:nvPr/>
        </p:nvSpPr>
        <p:spPr>
          <a:xfrm>
            <a:off x="9612401" y="4091940"/>
            <a:ext cx="1756333" cy="624992"/>
          </a:xfrm>
          <a:prstGeom prst="rect">
            <a:avLst/>
          </a:prstGeom>
          <a:solidFill>
            <a:schemeClr val="bg2"/>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3" name="Rectangle 22"/>
          <p:cNvSpPr/>
          <p:nvPr/>
        </p:nvSpPr>
        <p:spPr>
          <a:xfrm>
            <a:off x="822960" y="4771796"/>
            <a:ext cx="2788920" cy="624992"/>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24" name="Rectangle 23"/>
          <p:cNvSpPr/>
          <p:nvPr/>
        </p:nvSpPr>
        <p:spPr>
          <a:xfrm>
            <a:off x="3904487" y="4771796"/>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5" name="Rectangle 24"/>
          <p:cNvSpPr/>
          <p:nvPr/>
        </p:nvSpPr>
        <p:spPr>
          <a:xfrm>
            <a:off x="5807125" y="4771796"/>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6" name="Rectangle 25"/>
          <p:cNvSpPr/>
          <p:nvPr/>
        </p:nvSpPr>
        <p:spPr>
          <a:xfrm>
            <a:off x="7709763" y="4771796"/>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7" name="Rectangle 26"/>
          <p:cNvSpPr/>
          <p:nvPr/>
        </p:nvSpPr>
        <p:spPr>
          <a:xfrm>
            <a:off x="9612401" y="4771796"/>
            <a:ext cx="1756333" cy="62499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t>
            </a:r>
          </a:p>
        </p:txBody>
      </p:sp>
      <p:sp>
        <p:nvSpPr>
          <p:cNvPr id="28" name="Rectangle 27"/>
          <p:cNvSpPr/>
          <p:nvPr/>
        </p:nvSpPr>
        <p:spPr>
          <a:xfrm>
            <a:off x="3904487" y="5504688"/>
            <a:ext cx="1756333" cy="530352"/>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29" name="Rectangle 28"/>
          <p:cNvSpPr/>
          <p:nvPr/>
        </p:nvSpPr>
        <p:spPr>
          <a:xfrm>
            <a:off x="5807125" y="5504688"/>
            <a:ext cx="1756333" cy="530352"/>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30" name="Rectangle 29"/>
          <p:cNvSpPr/>
          <p:nvPr/>
        </p:nvSpPr>
        <p:spPr>
          <a:xfrm>
            <a:off x="7709763" y="5504688"/>
            <a:ext cx="1756333" cy="530352"/>
          </a:xfrm>
          <a:prstGeom prst="rect">
            <a:avLst/>
          </a:prstGeom>
          <a:solidFill>
            <a:schemeClr val="accent3"/>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31" name="Rectangle 30"/>
          <p:cNvSpPr/>
          <p:nvPr/>
        </p:nvSpPr>
        <p:spPr>
          <a:xfrm>
            <a:off x="9612401" y="5504688"/>
            <a:ext cx="1756333" cy="530352"/>
          </a:xfrm>
          <a:prstGeom prst="rect">
            <a:avLst/>
          </a:prstGeom>
          <a:solidFill>
            <a:schemeClr val="accent6"/>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a:t>
            </a:r>
          </a:p>
        </p:txBody>
      </p:sp>
      <p:sp>
        <p:nvSpPr>
          <p:cNvPr id="5" name="Rectangle 4"/>
          <p:cNvSpPr/>
          <p:nvPr/>
        </p:nvSpPr>
        <p:spPr>
          <a:xfrm>
            <a:off x="1867323" y="2606039"/>
            <a:ext cx="3702743" cy="475488"/>
          </a:xfrm>
          <a:prstGeom prst="rect">
            <a:avLst/>
          </a:prstGeom>
          <a:solidFill>
            <a:schemeClr val="accent1"/>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6" name="Rectangle 5"/>
          <p:cNvSpPr/>
          <p:nvPr/>
        </p:nvSpPr>
        <p:spPr>
          <a:xfrm>
            <a:off x="6621627" y="2606039"/>
            <a:ext cx="3702743" cy="475488"/>
          </a:xfrm>
          <a:prstGeom prst="rect">
            <a:avLst/>
          </a:prstGeom>
          <a:solidFill>
            <a:schemeClr val="accent2"/>
          </a:solidFill>
          <a:ln>
            <a:noFill/>
          </a:ln>
          <a:effectLst/>
        </p:spPr>
        <p:txBody>
          <a:bodyPr rtlCol="0" anchor="ctr" wrap="square" lIns="164592" rIns="164592" tIns="109728" bIns="109728"/>
          <a:lstStyle/>
          <a:p>
            <a:pPr algn="ctr"/>
            <a:r>
              <a:rPr sz="1800" b="1">
                <a:solidFill>
                  <a:schemeClr val="bg1"/>
                </a:solidFill>
                <a:latin typeface="+mn-lt"/>
              </a:rPr>
              <a:t>Lorem Ipsum</a:t>
            </a:r>
          </a:p>
        </p:txBody>
      </p:sp>
      <p:sp>
        <p:nvSpPr>
          <p:cNvPr id="7" name="Rectangle 6"/>
          <p:cNvSpPr/>
          <p:nvPr/>
        </p:nvSpPr>
        <p:spPr>
          <a:xfrm>
            <a:off x="1867323" y="3387285"/>
            <a:ext cx="3702743" cy="341290"/>
          </a:xfrm>
          <a:prstGeom prst="rect">
            <a:avLst/>
          </a:prstGeom>
          <a:solidFill>
            <a:schemeClr val="accent1"/>
          </a:solidFill>
          <a:ln>
            <a:noFill/>
          </a:ln>
          <a:effectLst/>
        </p:spPr>
        <p:txBody>
          <a:bodyPr rtlCol="0" anchor="ctr"/>
          <a:lstStyle/>
          <a:p>
            <a:pPr algn="ctr"/>
          </a:p>
        </p:txBody>
      </p:sp>
      <p:sp>
        <p:nvSpPr>
          <p:cNvPr id="8" name="Rectangle 7"/>
          <p:cNvSpPr/>
          <p:nvPr/>
        </p:nvSpPr>
        <p:spPr>
          <a:xfrm>
            <a:off x="6621627" y="3387285"/>
            <a:ext cx="3406524" cy="341290"/>
          </a:xfrm>
          <a:prstGeom prst="rect">
            <a:avLst/>
          </a:prstGeom>
          <a:solidFill>
            <a:schemeClr val="accent2"/>
          </a:solidFill>
          <a:ln>
            <a:noFill/>
          </a:ln>
          <a:effectLst/>
        </p:spPr>
        <p:txBody>
          <a:bodyPr rtlCol="0" anchor="ctr"/>
          <a:lstStyle/>
          <a:p>
            <a:pPr algn="ctr"/>
          </a:p>
        </p:txBody>
      </p:sp>
      <p:sp>
        <p:nvSpPr>
          <p:cNvPr id="9" name="Rectangle 8"/>
          <p:cNvSpPr/>
          <p:nvPr/>
        </p:nvSpPr>
        <p:spPr>
          <a:xfrm>
            <a:off x="5570067" y="3300984"/>
            <a:ext cx="1051560" cy="513892"/>
          </a:xfrm>
          <a:prstGeom prst="rect">
            <a:avLst/>
          </a:prstGeom>
          <a:solidFill>
            <a:schemeClr val="bg1"/>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10" name="Rectangle 9"/>
          <p:cNvSpPr/>
          <p:nvPr/>
        </p:nvSpPr>
        <p:spPr>
          <a:xfrm>
            <a:off x="2607872" y="3937753"/>
            <a:ext cx="2962195" cy="341290"/>
          </a:xfrm>
          <a:prstGeom prst="rect">
            <a:avLst/>
          </a:prstGeom>
          <a:solidFill>
            <a:schemeClr val="accent1"/>
          </a:solidFill>
          <a:ln>
            <a:noFill/>
          </a:ln>
          <a:effectLst/>
        </p:spPr>
        <p:txBody>
          <a:bodyPr rtlCol="0" anchor="ctr"/>
          <a:lstStyle/>
          <a:p>
            <a:pPr algn="ctr"/>
          </a:p>
        </p:txBody>
      </p:sp>
      <p:sp>
        <p:nvSpPr>
          <p:cNvPr id="11" name="Rectangle 10"/>
          <p:cNvSpPr/>
          <p:nvPr/>
        </p:nvSpPr>
        <p:spPr>
          <a:xfrm>
            <a:off x="6621627" y="3937753"/>
            <a:ext cx="2962195" cy="341290"/>
          </a:xfrm>
          <a:prstGeom prst="rect">
            <a:avLst/>
          </a:prstGeom>
          <a:solidFill>
            <a:schemeClr val="accent2"/>
          </a:solidFill>
          <a:ln>
            <a:noFill/>
          </a:ln>
          <a:effectLst/>
        </p:spPr>
        <p:txBody>
          <a:bodyPr rtlCol="0" anchor="ctr"/>
          <a:lstStyle/>
          <a:p>
            <a:pPr algn="ctr"/>
          </a:p>
        </p:txBody>
      </p:sp>
      <p:sp>
        <p:nvSpPr>
          <p:cNvPr id="12" name="Rectangle 11"/>
          <p:cNvSpPr/>
          <p:nvPr/>
        </p:nvSpPr>
        <p:spPr>
          <a:xfrm>
            <a:off x="5570067" y="3851452"/>
            <a:ext cx="1051560" cy="513892"/>
          </a:xfrm>
          <a:prstGeom prst="rect">
            <a:avLst/>
          </a:prstGeom>
          <a:solidFill>
            <a:schemeClr val="bg1"/>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13" name="Rectangle 12"/>
          <p:cNvSpPr/>
          <p:nvPr/>
        </p:nvSpPr>
        <p:spPr>
          <a:xfrm>
            <a:off x="3274366" y="4488222"/>
            <a:ext cx="2295701" cy="341290"/>
          </a:xfrm>
          <a:prstGeom prst="rect">
            <a:avLst/>
          </a:prstGeom>
          <a:solidFill>
            <a:schemeClr val="accent1"/>
          </a:solidFill>
          <a:ln>
            <a:noFill/>
          </a:ln>
          <a:effectLst/>
        </p:spPr>
        <p:txBody>
          <a:bodyPr rtlCol="0" anchor="ctr"/>
          <a:lstStyle/>
          <a:p>
            <a:pPr algn="ctr"/>
          </a:p>
        </p:txBody>
      </p:sp>
      <p:sp>
        <p:nvSpPr>
          <p:cNvPr id="14" name="Rectangle 13"/>
          <p:cNvSpPr/>
          <p:nvPr/>
        </p:nvSpPr>
        <p:spPr>
          <a:xfrm>
            <a:off x="6621627" y="4488222"/>
            <a:ext cx="3332469" cy="341290"/>
          </a:xfrm>
          <a:prstGeom prst="rect">
            <a:avLst/>
          </a:prstGeom>
          <a:solidFill>
            <a:schemeClr val="accent2"/>
          </a:solidFill>
          <a:ln>
            <a:noFill/>
          </a:ln>
          <a:effectLst/>
        </p:spPr>
        <p:txBody>
          <a:bodyPr rtlCol="0" anchor="ctr"/>
          <a:lstStyle/>
          <a:p>
            <a:pPr algn="ctr"/>
          </a:p>
        </p:txBody>
      </p:sp>
      <p:sp>
        <p:nvSpPr>
          <p:cNvPr id="15" name="Rectangle 14"/>
          <p:cNvSpPr/>
          <p:nvPr/>
        </p:nvSpPr>
        <p:spPr>
          <a:xfrm>
            <a:off x="5570067" y="4401921"/>
            <a:ext cx="1051560" cy="513892"/>
          </a:xfrm>
          <a:prstGeom prst="rect">
            <a:avLst/>
          </a:prstGeom>
          <a:solidFill>
            <a:schemeClr val="bg1"/>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16" name="Rectangle 15"/>
          <p:cNvSpPr/>
          <p:nvPr/>
        </p:nvSpPr>
        <p:spPr>
          <a:xfrm>
            <a:off x="2793009" y="5038691"/>
            <a:ext cx="2777057" cy="341290"/>
          </a:xfrm>
          <a:prstGeom prst="rect">
            <a:avLst/>
          </a:prstGeom>
          <a:solidFill>
            <a:schemeClr val="accent1"/>
          </a:solidFill>
          <a:ln>
            <a:noFill/>
          </a:ln>
          <a:effectLst/>
        </p:spPr>
        <p:txBody>
          <a:bodyPr rtlCol="0" anchor="ctr"/>
          <a:lstStyle/>
          <a:p>
            <a:pPr algn="ctr"/>
          </a:p>
        </p:txBody>
      </p:sp>
      <p:sp>
        <p:nvSpPr>
          <p:cNvPr id="17" name="Rectangle 16"/>
          <p:cNvSpPr/>
          <p:nvPr/>
        </p:nvSpPr>
        <p:spPr>
          <a:xfrm>
            <a:off x="6621627" y="5038691"/>
            <a:ext cx="2777057" cy="341290"/>
          </a:xfrm>
          <a:prstGeom prst="rect">
            <a:avLst/>
          </a:prstGeom>
          <a:solidFill>
            <a:schemeClr val="accent2"/>
          </a:solidFill>
          <a:ln>
            <a:noFill/>
          </a:ln>
          <a:effectLst/>
        </p:spPr>
        <p:txBody>
          <a:bodyPr rtlCol="0" anchor="ctr"/>
          <a:lstStyle/>
          <a:p>
            <a:pPr algn="ctr"/>
          </a:p>
        </p:txBody>
      </p:sp>
      <p:sp>
        <p:nvSpPr>
          <p:cNvPr id="18" name="Rectangle 17"/>
          <p:cNvSpPr/>
          <p:nvPr/>
        </p:nvSpPr>
        <p:spPr>
          <a:xfrm>
            <a:off x="5570067" y="4952390"/>
            <a:ext cx="1051560" cy="513892"/>
          </a:xfrm>
          <a:prstGeom prst="rect">
            <a:avLst/>
          </a:prstGeom>
          <a:solidFill>
            <a:schemeClr val="bg1"/>
          </a:solidFill>
          <a:ln>
            <a:noFill/>
          </a:ln>
          <a:effectLst/>
        </p:spPr>
        <p:txBody>
          <a:bodyPr rtlCol="0" anchor="ctr" wrap="square" lIns="164592" rIns="164592" tIns="109728" bIns="109728"/>
          <a:lstStyle/>
          <a:p>
            <a:pPr algn="ctr"/>
            <a:r>
              <a:rPr sz="1400" b="1">
                <a:solidFill>
                  <a:schemeClr val="tx1"/>
                </a:solidFill>
                <a:latin typeface="+mn-lt"/>
              </a:rPr>
              <a:t>Lorem</a:t>
            </a:r>
          </a:p>
        </p:txBody>
      </p:sp>
      <p:sp>
        <p:nvSpPr>
          <p:cNvPr id="19" name="Rectangle 18"/>
          <p:cNvSpPr/>
          <p:nvPr/>
        </p:nvSpPr>
        <p:spPr>
          <a:xfrm>
            <a:off x="3718695" y="5589160"/>
            <a:ext cx="1851371" cy="341290"/>
          </a:xfrm>
          <a:prstGeom prst="rect">
            <a:avLst/>
          </a:prstGeom>
          <a:solidFill>
            <a:schemeClr val="accent1"/>
          </a:solidFill>
          <a:ln>
            <a:noFill/>
          </a:ln>
          <a:effectLst/>
        </p:spPr>
        <p:txBody>
          <a:bodyPr rtlCol="0" anchor="ctr"/>
          <a:lstStyle/>
          <a:p>
            <a:pPr algn="ctr"/>
          </a:p>
        </p:txBody>
      </p:sp>
      <p:sp>
        <p:nvSpPr>
          <p:cNvPr id="20" name="Rectangle 19"/>
          <p:cNvSpPr/>
          <p:nvPr/>
        </p:nvSpPr>
        <p:spPr>
          <a:xfrm>
            <a:off x="6621627" y="5589160"/>
            <a:ext cx="1851371" cy="341290"/>
          </a:xfrm>
          <a:prstGeom prst="rect">
            <a:avLst/>
          </a:prstGeom>
          <a:solidFill>
            <a:schemeClr val="accent2"/>
          </a:solidFill>
          <a:ln>
            <a:noFill/>
          </a:ln>
          <a:effectLst/>
        </p:spPr>
        <p:txBody>
          <a:bodyPr rtlCol="0" anchor="ctr"/>
          <a:lstStyle/>
          <a:p>
            <a:pPr algn="ctr"/>
          </a:p>
        </p:txBody>
      </p:sp>
      <p:sp>
        <p:nvSpPr>
          <p:cNvPr id="21" name="Rectangle 20"/>
          <p:cNvSpPr/>
          <p:nvPr/>
        </p:nvSpPr>
        <p:spPr>
          <a:xfrm>
            <a:off x="5570067" y="5502859"/>
            <a:ext cx="1051560" cy="513892"/>
          </a:xfrm>
          <a:prstGeom prst="rect">
            <a:avLst/>
          </a:prstGeom>
          <a:solidFill>
            <a:schemeClr val="bg1"/>
          </a:solidFill>
          <a:ln>
            <a:noFill/>
          </a:ln>
          <a:effectLst/>
        </p:spPr>
        <p:txBody>
          <a:bodyPr rtlCol="0" anchor="ctr" wrap="square" lIns="164592" rIns="164592" tIns="109728" bIns="109728"/>
          <a:lstStyle/>
          <a:p>
            <a:pPr algn="ctr"/>
            <a:r>
              <a:rPr sz="1400" b="1">
                <a:solidFill>
                  <a:schemeClr val="tx1"/>
                </a:solidFill>
                <a:latin typeface="+mn-lt"/>
              </a:rPr>
              <a:t>Lorem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822960" y="1965960"/>
            <a:ext cx="5126583" cy="47548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5" name="Rectangle 4"/>
          <p:cNvSpPr/>
          <p:nvPr/>
        </p:nvSpPr>
        <p:spPr>
          <a:xfrm>
            <a:off x="822960" y="2459736"/>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6" name="Rectangle 5"/>
          <p:cNvSpPr/>
          <p:nvPr/>
        </p:nvSpPr>
        <p:spPr>
          <a:xfrm>
            <a:off x="4001441" y="2459736"/>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7" name="Rectangle 6"/>
          <p:cNvSpPr/>
          <p:nvPr/>
        </p:nvSpPr>
        <p:spPr>
          <a:xfrm>
            <a:off x="822960" y="2999232"/>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8" name="Rectangle 7"/>
          <p:cNvSpPr/>
          <p:nvPr/>
        </p:nvSpPr>
        <p:spPr>
          <a:xfrm>
            <a:off x="4001441" y="2999232"/>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9" name="Rectangle 8"/>
          <p:cNvSpPr/>
          <p:nvPr/>
        </p:nvSpPr>
        <p:spPr>
          <a:xfrm>
            <a:off x="822960" y="3538727"/>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0" name="Rectangle 9"/>
          <p:cNvSpPr/>
          <p:nvPr/>
        </p:nvSpPr>
        <p:spPr>
          <a:xfrm>
            <a:off x="4001441" y="3538727"/>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11" name="Rectangle 10"/>
          <p:cNvSpPr/>
          <p:nvPr/>
        </p:nvSpPr>
        <p:spPr>
          <a:xfrm>
            <a:off x="822960" y="4078223"/>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2" name="Rectangle 11"/>
          <p:cNvSpPr/>
          <p:nvPr/>
        </p:nvSpPr>
        <p:spPr>
          <a:xfrm>
            <a:off x="4001441" y="4078223"/>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13" name="Rectangle 12"/>
          <p:cNvSpPr/>
          <p:nvPr/>
        </p:nvSpPr>
        <p:spPr>
          <a:xfrm>
            <a:off x="6242151" y="1965960"/>
            <a:ext cx="5126583" cy="475488"/>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14" name="Rectangle 13"/>
          <p:cNvSpPr/>
          <p:nvPr/>
        </p:nvSpPr>
        <p:spPr>
          <a:xfrm>
            <a:off x="6242151" y="2459736"/>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5" name="Rectangle 14"/>
          <p:cNvSpPr/>
          <p:nvPr/>
        </p:nvSpPr>
        <p:spPr>
          <a:xfrm>
            <a:off x="9420633" y="2459736"/>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16" name="Rectangle 15"/>
          <p:cNvSpPr/>
          <p:nvPr/>
        </p:nvSpPr>
        <p:spPr>
          <a:xfrm>
            <a:off x="6242151" y="2999232"/>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7" name="Rectangle 16"/>
          <p:cNvSpPr/>
          <p:nvPr/>
        </p:nvSpPr>
        <p:spPr>
          <a:xfrm>
            <a:off x="9420633" y="2999232"/>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18" name="Rectangle 17"/>
          <p:cNvSpPr/>
          <p:nvPr/>
        </p:nvSpPr>
        <p:spPr>
          <a:xfrm>
            <a:off x="6242151" y="3538727"/>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19" name="Rectangle 18"/>
          <p:cNvSpPr/>
          <p:nvPr/>
        </p:nvSpPr>
        <p:spPr>
          <a:xfrm>
            <a:off x="9420633" y="3538727"/>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20" name="Rectangle 19"/>
          <p:cNvSpPr/>
          <p:nvPr/>
        </p:nvSpPr>
        <p:spPr>
          <a:xfrm>
            <a:off x="6242151" y="4078223"/>
            <a:ext cx="3178481" cy="502919"/>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a:t>
            </a:r>
          </a:p>
        </p:txBody>
      </p:sp>
      <p:sp>
        <p:nvSpPr>
          <p:cNvPr id="21" name="Rectangle 20"/>
          <p:cNvSpPr/>
          <p:nvPr/>
        </p:nvSpPr>
        <p:spPr>
          <a:xfrm>
            <a:off x="9420633" y="4078223"/>
            <a:ext cx="1948101" cy="502919"/>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22" name="Rectangle 21"/>
          <p:cNvSpPr/>
          <p:nvPr/>
        </p:nvSpPr>
        <p:spPr>
          <a:xfrm>
            <a:off x="822960" y="4800599"/>
            <a:ext cx="10545775" cy="475488"/>
          </a:xfrm>
          <a:prstGeom prst="rect">
            <a:avLst/>
          </a:prstGeom>
          <a:solidFill>
            <a:schemeClr val="accent6"/>
          </a:solidFill>
          <a:ln>
            <a:noFill/>
          </a:ln>
          <a:effectLst/>
        </p:spPr>
        <p:txBody>
          <a:bodyPr rtlCol="0" anchor="ctr" wrap="square" lIns="164592" rIns="164592" tIns="109728" bIns="109728"/>
          <a:lstStyle/>
          <a:p>
            <a:pPr algn="ctr"/>
            <a:r>
              <a:rPr sz="1400" b="1">
                <a:solidFill>
                  <a:schemeClr val="bg1"/>
                </a:solidFill>
                <a:latin typeface="+mn-lt"/>
              </a:rPr>
              <a:t>Lorem Ipsum Dolor</a:t>
            </a:r>
          </a:p>
        </p:txBody>
      </p:sp>
      <p:sp>
        <p:nvSpPr>
          <p:cNvPr id="23" name="Rectangle 22"/>
          <p:cNvSpPr/>
          <p:nvPr/>
        </p:nvSpPr>
        <p:spPr>
          <a:xfrm>
            <a:off x="822960" y="5294375"/>
            <a:ext cx="6538380" cy="342900"/>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 adipiscing elit sed do eiusmod</a:t>
            </a:r>
          </a:p>
        </p:txBody>
      </p:sp>
      <p:sp>
        <p:nvSpPr>
          <p:cNvPr id="24" name="Rectangle 23"/>
          <p:cNvSpPr/>
          <p:nvPr/>
        </p:nvSpPr>
        <p:spPr>
          <a:xfrm>
            <a:off x="7361340" y="5294375"/>
            <a:ext cx="4007394" cy="342900"/>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
        <p:nvSpPr>
          <p:cNvPr id="25" name="Rectangle 24"/>
          <p:cNvSpPr/>
          <p:nvPr/>
        </p:nvSpPr>
        <p:spPr>
          <a:xfrm>
            <a:off x="822960" y="5673851"/>
            <a:ext cx="6538380" cy="342900"/>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 adipiscing elit sed do eiusmod</a:t>
            </a:r>
          </a:p>
        </p:txBody>
      </p:sp>
      <p:sp>
        <p:nvSpPr>
          <p:cNvPr id="26" name="Rectangle 25"/>
          <p:cNvSpPr/>
          <p:nvPr/>
        </p:nvSpPr>
        <p:spPr>
          <a:xfrm>
            <a:off x="7361340" y="5673851"/>
            <a:ext cx="4007394" cy="342900"/>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00.000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1965960"/>
            <a:ext cx="2416987" cy="1933955"/>
          </a:xfrm>
          <a:prstGeom prst="rect">
            <a:avLst/>
          </a:prstGeom>
          <a:solidFill>
            <a:schemeClr val="accent1"/>
          </a:solidFill>
          <a:ln>
            <a:noFill/>
          </a:ln>
          <a:effectLst/>
        </p:spPr>
        <p:txBody>
          <a:bodyPr rtlCol="0" anchor="ctr"/>
          <a:lstStyle/>
          <a:p>
            <a:pPr algn="ctr"/>
          </a:p>
        </p:txBody>
      </p:sp>
      <p:sp>
        <p:nvSpPr>
          <p:cNvPr id="5" name="Rectangle 4"/>
          <p:cNvSpPr/>
          <p:nvPr/>
        </p:nvSpPr>
        <p:spPr>
          <a:xfrm>
            <a:off x="1097280" y="2167128"/>
            <a:ext cx="1868347" cy="973835"/>
          </a:xfrm>
          <a:prstGeom prst="rect">
            <a:avLst/>
          </a:prstGeom>
          <a:solidFill>
            <a:schemeClr val="bg1"/>
          </a:solidFill>
          <a:ln>
            <a:noFill/>
          </a:ln>
          <a:effectLst/>
        </p:spPr>
        <p:txBody>
          <a:bodyPr rtlCol="0" anchor="ctr"/>
          <a:lstStyle/>
          <a:p>
            <a:pPr algn="ctr"/>
          </a:p>
        </p:txBody>
      </p:sp>
      <p:sp>
        <p:nvSpPr>
          <p:cNvPr id="6" name="TextBox 5"/>
          <p:cNvSpPr txBox="1"/>
          <p:nvPr/>
        </p:nvSpPr>
        <p:spPr>
          <a:xfrm>
            <a:off x="987552" y="3214115"/>
            <a:ext cx="2087803" cy="548640"/>
          </a:xfrm>
          <a:prstGeom prst="rect">
            <a:avLst/>
          </a:prstGeom>
          <a:noFill/>
        </p:spPr>
        <p:txBody>
          <a:bodyPr wrap="square" anchor="t" lIns="0" rIns="0" tIns="0" bIns="0">
            <a:spAutoFit/>
          </a:bodyPr>
          <a:lstStyle/>
          <a:p>
            <a:pPr algn="ctr"/>
            <a:r>
              <a:rPr sz="1400" b="0">
                <a:solidFill>
                  <a:schemeClr val="bg1"/>
                </a:solidFill>
                <a:latin typeface="+mn-lt"/>
              </a:rPr>
              <a:t>Lorem ipsum dolor</a:t>
            </a:r>
          </a:p>
        </p:txBody>
      </p:sp>
      <p:sp>
        <p:nvSpPr>
          <p:cNvPr id="7" name="Rectangle 6"/>
          <p:cNvSpPr/>
          <p:nvPr/>
        </p:nvSpPr>
        <p:spPr>
          <a:xfrm>
            <a:off x="3532555" y="1965960"/>
            <a:ext cx="2416987" cy="1933955"/>
          </a:xfrm>
          <a:prstGeom prst="rect">
            <a:avLst/>
          </a:prstGeom>
          <a:solidFill>
            <a:schemeClr val="accent5"/>
          </a:solidFill>
          <a:ln>
            <a:noFill/>
          </a:ln>
          <a:effectLst/>
        </p:spPr>
        <p:txBody>
          <a:bodyPr rtlCol="0" anchor="ctr"/>
          <a:lstStyle/>
          <a:p>
            <a:pPr algn="ctr"/>
          </a:p>
        </p:txBody>
      </p:sp>
      <p:sp>
        <p:nvSpPr>
          <p:cNvPr id="8" name="Rectangle 7"/>
          <p:cNvSpPr/>
          <p:nvPr/>
        </p:nvSpPr>
        <p:spPr>
          <a:xfrm>
            <a:off x="3806875" y="2167128"/>
            <a:ext cx="1868347" cy="973835"/>
          </a:xfrm>
          <a:prstGeom prst="rect">
            <a:avLst/>
          </a:prstGeom>
          <a:solidFill>
            <a:schemeClr val="bg1"/>
          </a:solidFill>
          <a:ln>
            <a:noFill/>
          </a:ln>
          <a:effectLst/>
        </p:spPr>
        <p:txBody>
          <a:bodyPr rtlCol="0" anchor="ctr"/>
          <a:lstStyle/>
          <a:p>
            <a:pPr algn="ctr"/>
          </a:p>
        </p:txBody>
      </p:sp>
      <p:sp>
        <p:nvSpPr>
          <p:cNvPr id="9" name="TextBox 8"/>
          <p:cNvSpPr txBox="1"/>
          <p:nvPr/>
        </p:nvSpPr>
        <p:spPr>
          <a:xfrm>
            <a:off x="3697147" y="3214115"/>
            <a:ext cx="2087803" cy="548640"/>
          </a:xfrm>
          <a:prstGeom prst="rect">
            <a:avLst/>
          </a:prstGeom>
          <a:noFill/>
        </p:spPr>
        <p:txBody>
          <a:bodyPr wrap="square" anchor="t" lIns="0" rIns="0" tIns="0" bIns="0">
            <a:spAutoFit/>
          </a:bodyPr>
          <a:lstStyle/>
          <a:p>
            <a:pPr algn="ctr"/>
            <a:r>
              <a:rPr sz="1400" b="0">
                <a:solidFill>
                  <a:schemeClr val="tx1"/>
                </a:solidFill>
                <a:latin typeface="+mn-lt"/>
              </a:rPr>
              <a:t>Lorem ipsum dolor</a:t>
            </a:r>
          </a:p>
        </p:txBody>
      </p:sp>
      <p:sp>
        <p:nvSpPr>
          <p:cNvPr id="10" name="Rectangle 9"/>
          <p:cNvSpPr/>
          <p:nvPr/>
        </p:nvSpPr>
        <p:spPr>
          <a:xfrm>
            <a:off x="6242151" y="1965960"/>
            <a:ext cx="2416987" cy="1933955"/>
          </a:xfrm>
          <a:prstGeom prst="rect">
            <a:avLst/>
          </a:prstGeom>
          <a:solidFill>
            <a:schemeClr val="accent6"/>
          </a:solidFill>
          <a:ln>
            <a:noFill/>
          </a:ln>
          <a:effectLst/>
        </p:spPr>
        <p:txBody>
          <a:bodyPr rtlCol="0" anchor="ctr"/>
          <a:lstStyle/>
          <a:p>
            <a:pPr algn="ctr"/>
          </a:p>
        </p:txBody>
      </p:sp>
      <p:sp>
        <p:nvSpPr>
          <p:cNvPr id="11" name="Rectangle 10"/>
          <p:cNvSpPr/>
          <p:nvPr/>
        </p:nvSpPr>
        <p:spPr>
          <a:xfrm>
            <a:off x="6516471" y="2167128"/>
            <a:ext cx="1868347" cy="973835"/>
          </a:xfrm>
          <a:prstGeom prst="rect">
            <a:avLst/>
          </a:prstGeom>
          <a:solidFill>
            <a:schemeClr val="bg1"/>
          </a:solidFill>
          <a:ln>
            <a:noFill/>
          </a:ln>
          <a:effectLst/>
        </p:spPr>
        <p:txBody>
          <a:bodyPr rtlCol="0" anchor="ctr"/>
          <a:lstStyle/>
          <a:p>
            <a:pPr algn="ctr"/>
          </a:p>
        </p:txBody>
      </p:sp>
      <p:sp>
        <p:nvSpPr>
          <p:cNvPr id="12" name="TextBox 11"/>
          <p:cNvSpPr txBox="1"/>
          <p:nvPr/>
        </p:nvSpPr>
        <p:spPr>
          <a:xfrm>
            <a:off x="6406743" y="3214115"/>
            <a:ext cx="2087803" cy="548640"/>
          </a:xfrm>
          <a:prstGeom prst="rect">
            <a:avLst/>
          </a:prstGeom>
          <a:noFill/>
        </p:spPr>
        <p:txBody>
          <a:bodyPr wrap="square" anchor="t" lIns="0" rIns="0" tIns="0" bIns="0">
            <a:spAutoFit/>
          </a:bodyPr>
          <a:lstStyle/>
          <a:p>
            <a:pPr algn="ctr"/>
            <a:r>
              <a:rPr sz="1400" b="0">
                <a:solidFill>
                  <a:schemeClr val="bg1"/>
                </a:solidFill>
                <a:latin typeface="+mn-lt"/>
              </a:rPr>
              <a:t>Lorem ipsum dolor</a:t>
            </a:r>
          </a:p>
        </p:txBody>
      </p:sp>
      <p:sp>
        <p:nvSpPr>
          <p:cNvPr id="13" name="Rectangle 12"/>
          <p:cNvSpPr/>
          <p:nvPr/>
        </p:nvSpPr>
        <p:spPr>
          <a:xfrm>
            <a:off x="8951747" y="1965960"/>
            <a:ext cx="2416987" cy="1933955"/>
          </a:xfrm>
          <a:prstGeom prst="rect">
            <a:avLst/>
          </a:prstGeom>
          <a:solidFill>
            <a:schemeClr val="accent4"/>
          </a:solidFill>
          <a:ln>
            <a:noFill/>
          </a:ln>
          <a:effectLst/>
        </p:spPr>
        <p:txBody>
          <a:bodyPr rtlCol="0" anchor="ctr"/>
          <a:lstStyle/>
          <a:p>
            <a:pPr algn="ctr"/>
          </a:p>
        </p:txBody>
      </p:sp>
      <p:sp>
        <p:nvSpPr>
          <p:cNvPr id="14" name="Rectangle 13"/>
          <p:cNvSpPr/>
          <p:nvPr/>
        </p:nvSpPr>
        <p:spPr>
          <a:xfrm>
            <a:off x="9226067" y="2167128"/>
            <a:ext cx="1868347" cy="973835"/>
          </a:xfrm>
          <a:prstGeom prst="rect">
            <a:avLst/>
          </a:prstGeom>
          <a:solidFill>
            <a:schemeClr val="bg1"/>
          </a:solidFill>
          <a:ln>
            <a:noFill/>
          </a:ln>
          <a:effectLst/>
        </p:spPr>
        <p:txBody>
          <a:bodyPr rtlCol="0" anchor="ctr"/>
          <a:lstStyle/>
          <a:p>
            <a:pPr algn="ctr"/>
          </a:p>
        </p:txBody>
      </p:sp>
      <p:sp>
        <p:nvSpPr>
          <p:cNvPr id="15" name="TextBox 14"/>
          <p:cNvSpPr txBox="1"/>
          <p:nvPr/>
        </p:nvSpPr>
        <p:spPr>
          <a:xfrm>
            <a:off x="9116339" y="3214115"/>
            <a:ext cx="2087803" cy="548640"/>
          </a:xfrm>
          <a:prstGeom prst="rect">
            <a:avLst/>
          </a:prstGeom>
          <a:noFill/>
        </p:spPr>
        <p:txBody>
          <a:bodyPr wrap="square" anchor="t" lIns="0" rIns="0" tIns="0" bIns="0">
            <a:spAutoFit/>
          </a:bodyPr>
          <a:lstStyle/>
          <a:p>
            <a:pPr algn="ctr"/>
            <a:r>
              <a:rPr sz="1400" b="0">
                <a:solidFill>
                  <a:schemeClr val="tx1"/>
                </a:solidFill>
                <a:latin typeface="+mn-lt"/>
              </a:rPr>
              <a:t>Lorem ipsum dolor</a:t>
            </a:r>
          </a:p>
        </p:txBody>
      </p:sp>
      <p:sp>
        <p:nvSpPr>
          <p:cNvPr id="16" name="Rectangle 15"/>
          <p:cNvSpPr/>
          <p:nvPr/>
        </p:nvSpPr>
        <p:spPr>
          <a:xfrm>
            <a:off x="822960" y="4101083"/>
            <a:ext cx="2416987" cy="1933955"/>
          </a:xfrm>
          <a:prstGeom prst="rect">
            <a:avLst/>
          </a:prstGeom>
          <a:solidFill>
            <a:schemeClr val="accent1"/>
          </a:solidFill>
          <a:ln>
            <a:noFill/>
          </a:ln>
          <a:effectLst/>
        </p:spPr>
        <p:txBody>
          <a:bodyPr rtlCol="0" anchor="ctr"/>
          <a:lstStyle/>
          <a:p>
            <a:pPr algn="ctr"/>
          </a:p>
        </p:txBody>
      </p:sp>
      <p:sp>
        <p:nvSpPr>
          <p:cNvPr id="17" name="Rectangle 16"/>
          <p:cNvSpPr/>
          <p:nvPr/>
        </p:nvSpPr>
        <p:spPr>
          <a:xfrm>
            <a:off x="1097280" y="4302251"/>
            <a:ext cx="1868347" cy="973835"/>
          </a:xfrm>
          <a:prstGeom prst="rect">
            <a:avLst/>
          </a:prstGeom>
          <a:solidFill>
            <a:schemeClr val="bg1"/>
          </a:solidFill>
          <a:ln>
            <a:noFill/>
          </a:ln>
          <a:effectLst/>
        </p:spPr>
        <p:txBody>
          <a:bodyPr rtlCol="0" anchor="ctr"/>
          <a:lstStyle/>
          <a:p>
            <a:pPr algn="ctr"/>
          </a:p>
        </p:txBody>
      </p:sp>
      <p:sp>
        <p:nvSpPr>
          <p:cNvPr id="18" name="TextBox 17"/>
          <p:cNvSpPr txBox="1"/>
          <p:nvPr/>
        </p:nvSpPr>
        <p:spPr>
          <a:xfrm>
            <a:off x="987552" y="5349240"/>
            <a:ext cx="2087803" cy="548640"/>
          </a:xfrm>
          <a:prstGeom prst="rect">
            <a:avLst/>
          </a:prstGeom>
          <a:noFill/>
        </p:spPr>
        <p:txBody>
          <a:bodyPr wrap="square" anchor="t" lIns="0" rIns="0" tIns="0" bIns="0">
            <a:spAutoFit/>
          </a:bodyPr>
          <a:lstStyle/>
          <a:p>
            <a:pPr algn="ctr"/>
            <a:r>
              <a:rPr sz="1400" b="0">
                <a:solidFill>
                  <a:schemeClr val="bg1"/>
                </a:solidFill>
                <a:latin typeface="+mn-lt"/>
              </a:rPr>
              <a:t>Lorem ipsum dolor</a:t>
            </a:r>
          </a:p>
        </p:txBody>
      </p:sp>
      <p:sp>
        <p:nvSpPr>
          <p:cNvPr id="19" name="Rectangle 18"/>
          <p:cNvSpPr/>
          <p:nvPr/>
        </p:nvSpPr>
        <p:spPr>
          <a:xfrm>
            <a:off x="3532555" y="4101083"/>
            <a:ext cx="2416987" cy="1933955"/>
          </a:xfrm>
          <a:prstGeom prst="rect">
            <a:avLst/>
          </a:prstGeom>
          <a:solidFill>
            <a:schemeClr val="accent5"/>
          </a:solidFill>
          <a:ln>
            <a:noFill/>
          </a:ln>
          <a:effectLst/>
        </p:spPr>
        <p:txBody>
          <a:bodyPr rtlCol="0" anchor="ctr"/>
          <a:lstStyle/>
          <a:p>
            <a:pPr algn="ctr"/>
          </a:p>
        </p:txBody>
      </p:sp>
      <p:sp>
        <p:nvSpPr>
          <p:cNvPr id="20" name="Rectangle 19"/>
          <p:cNvSpPr/>
          <p:nvPr/>
        </p:nvSpPr>
        <p:spPr>
          <a:xfrm>
            <a:off x="3806875" y="4302251"/>
            <a:ext cx="1868347" cy="973835"/>
          </a:xfrm>
          <a:prstGeom prst="rect">
            <a:avLst/>
          </a:prstGeom>
          <a:solidFill>
            <a:schemeClr val="bg1"/>
          </a:solidFill>
          <a:ln>
            <a:noFill/>
          </a:ln>
          <a:effectLst/>
        </p:spPr>
        <p:txBody>
          <a:bodyPr rtlCol="0" anchor="ctr"/>
          <a:lstStyle/>
          <a:p>
            <a:pPr algn="ctr"/>
          </a:p>
        </p:txBody>
      </p:sp>
      <p:sp>
        <p:nvSpPr>
          <p:cNvPr id="21" name="TextBox 20"/>
          <p:cNvSpPr txBox="1"/>
          <p:nvPr/>
        </p:nvSpPr>
        <p:spPr>
          <a:xfrm>
            <a:off x="3697147" y="5349240"/>
            <a:ext cx="2087803" cy="548640"/>
          </a:xfrm>
          <a:prstGeom prst="rect">
            <a:avLst/>
          </a:prstGeom>
          <a:noFill/>
        </p:spPr>
        <p:txBody>
          <a:bodyPr wrap="square" anchor="t" lIns="0" rIns="0" tIns="0" bIns="0">
            <a:spAutoFit/>
          </a:bodyPr>
          <a:lstStyle/>
          <a:p>
            <a:pPr algn="ctr"/>
            <a:r>
              <a:rPr sz="1400" b="0">
                <a:solidFill>
                  <a:schemeClr val="tx1"/>
                </a:solidFill>
                <a:latin typeface="+mn-lt"/>
              </a:rPr>
              <a:t>Lorem ipsum dolor</a:t>
            </a:r>
          </a:p>
        </p:txBody>
      </p:sp>
      <p:sp>
        <p:nvSpPr>
          <p:cNvPr id="22" name="Rectangle 21"/>
          <p:cNvSpPr/>
          <p:nvPr/>
        </p:nvSpPr>
        <p:spPr>
          <a:xfrm>
            <a:off x="6242151" y="4101083"/>
            <a:ext cx="2416987" cy="1933955"/>
          </a:xfrm>
          <a:prstGeom prst="rect">
            <a:avLst/>
          </a:prstGeom>
          <a:solidFill>
            <a:schemeClr val="accent6"/>
          </a:solidFill>
          <a:ln>
            <a:noFill/>
          </a:ln>
          <a:effectLst/>
        </p:spPr>
        <p:txBody>
          <a:bodyPr rtlCol="0" anchor="ctr"/>
          <a:lstStyle/>
          <a:p>
            <a:pPr algn="ctr"/>
          </a:p>
        </p:txBody>
      </p:sp>
      <p:sp>
        <p:nvSpPr>
          <p:cNvPr id="23" name="Rectangle 22"/>
          <p:cNvSpPr/>
          <p:nvPr/>
        </p:nvSpPr>
        <p:spPr>
          <a:xfrm>
            <a:off x="6516471" y="4302251"/>
            <a:ext cx="1868347" cy="973835"/>
          </a:xfrm>
          <a:prstGeom prst="rect">
            <a:avLst/>
          </a:prstGeom>
          <a:solidFill>
            <a:schemeClr val="bg1"/>
          </a:solidFill>
          <a:ln>
            <a:noFill/>
          </a:ln>
          <a:effectLst/>
        </p:spPr>
        <p:txBody>
          <a:bodyPr rtlCol="0" anchor="ctr"/>
          <a:lstStyle/>
          <a:p>
            <a:pPr algn="ctr"/>
          </a:p>
        </p:txBody>
      </p:sp>
      <p:sp>
        <p:nvSpPr>
          <p:cNvPr id="24" name="TextBox 23"/>
          <p:cNvSpPr txBox="1"/>
          <p:nvPr/>
        </p:nvSpPr>
        <p:spPr>
          <a:xfrm>
            <a:off x="6406743" y="5349240"/>
            <a:ext cx="2087803" cy="548640"/>
          </a:xfrm>
          <a:prstGeom prst="rect">
            <a:avLst/>
          </a:prstGeom>
          <a:noFill/>
        </p:spPr>
        <p:txBody>
          <a:bodyPr wrap="square" anchor="t" lIns="0" rIns="0" tIns="0" bIns="0">
            <a:spAutoFit/>
          </a:bodyPr>
          <a:lstStyle/>
          <a:p>
            <a:pPr algn="ctr"/>
            <a:r>
              <a:rPr sz="1400" b="0">
                <a:solidFill>
                  <a:schemeClr val="bg1"/>
                </a:solidFill>
                <a:latin typeface="+mn-lt"/>
              </a:rPr>
              <a:t>Lorem ipsum dolor</a:t>
            </a:r>
          </a:p>
        </p:txBody>
      </p:sp>
      <p:sp>
        <p:nvSpPr>
          <p:cNvPr id="25" name="Rectangle 24"/>
          <p:cNvSpPr/>
          <p:nvPr/>
        </p:nvSpPr>
        <p:spPr>
          <a:xfrm>
            <a:off x="8951747" y="4101083"/>
            <a:ext cx="2416987" cy="1933955"/>
          </a:xfrm>
          <a:prstGeom prst="rect">
            <a:avLst/>
          </a:prstGeom>
          <a:solidFill>
            <a:schemeClr val="accent4"/>
          </a:solidFill>
          <a:ln>
            <a:noFill/>
          </a:ln>
          <a:effectLst/>
        </p:spPr>
        <p:txBody>
          <a:bodyPr rtlCol="0" anchor="ctr"/>
          <a:lstStyle/>
          <a:p>
            <a:pPr algn="ctr"/>
          </a:p>
        </p:txBody>
      </p:sp>
      <p:sp>
        <p:nvSpPr>
          <p:cNvPr id="26" name="Rectangle 25"/>
          <p:cNvSpPr/>
          <p:nvPr/>
        </p:nvSpPr>
        <p:spPr>
          <a:xfrm>
            <a:off x="9226067" y="4302251"/>
            <a:ext cx="1868347" cy="973835"/>
          </a:xfrm>
          <a:prstGeom prst="rect">
            <a:avLst/>
          </a:prstGeom>
          <a:solidFill>
            <a:schemeClr val="bg1"/>
          </a:solidFill>
          <a:ln>
            <a:noFill/>
          </a:ln>
          <a:effectLst/>
        </p:spPr>
        <p:txBody>
          <a:bodyPr rtlCol="0" anchor="ctr"/>
          <a:lstStyle/>
          <a:p>
            <a:pPr algn="ctr"/>
          </a:p>
        </p:txBody>
      </p:sp>
      <p:sp>
        <p:nvSpPr>
          <p:cNvPr id="27" name="TextBox 26"/>
          <p:cNvSpPr txBox="1"/>
          <p:nvPr/>
        </p:nvSpPr>
        <p:spPr>
          <a:xfrm>
            <a:off x="9116339" y="5349240"/>
            <a:ext cx="2087803" cy="548640"/>
          </a:xfrm>
          <a:prstGeom prst="rect">
            <a:avLst/>
          </a:prstGeom>
          <a:noFill/>
        </p:spPr>
        <p:txBody>
          <a:bodyPr wrap="square" anchor="t" lIns="0" rIns="0" tIns="0" bIns="0">
            <a:spAutoFit/>
          </a:bodyPr>
          <a:lstStyle/>
          <a:p>
            <a:pPr algn="ctr"/>
            <a:r>
              <a:rPr sz="1400" b="0">
                <a:solidFill>
                  <a:schemeClr val="tx1"/>
                </a:solidFill>
                <a:latin typeface="+mn-lt"/>
              </a:rPr>
              <a:t>Lorem ipsum dolor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5" name="Rectangle 4"/>
          <p:cNvSpPr/>
          <p:nvPr/>
        </p:nvSpPr>
        <p:spPr>
          <a:xfrm>
            <a:off x="2614726"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6" name="Rectangle 5"/>
          <p:cNvSpPr/>
          <p:nvPr/>
        </p:nvSpPr>
        <p:spPr>
          <a:xfrm>
            <a:off x="4406493"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7" name="Rectangle 6"/>
          <p:cNvSpPr/>
          <p:nvPr/>
        </p:nvSpPr>
        <p:spPr>
          <a:xfrm>
            <a:off x="6198260"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8" name="Rectangle 7"/>
          <p:cNvSpPr/>
          <p:nvPr/>
        </p:nvSpPr>
        <p:spPr>
          <a:xfrm>
            <a:off x="7990027"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9" name="Rectangle 8"/>
          <p:cNvSpPr/>
          <p:nvPr/>
        </p:nvSpPr>
        <p:spPr>
          <a:xfrm>
            <a:off x="9781794" y="1965960"/>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0" name="Rectangle 9"/>
          <p:cNvSpPr/>
          <p:nvPr/>
        </p:nvSpPr>
        <p:spPr>
          <a:xfrm>
            <a:off x="822960"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1" name="Rectangle 10"/>
          <p:cNvSpPr/>
          <p:nvPr/>
        </p:nvSpPr>
        <p:spPr>
          <a:xfrm>
            <a:off x="2614726"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2" name="Rectangle 11"/>
          <p:cNvSpPr/>
          <p:nvPr/>
        </p:nvSpPr>
        <p:spPr>
          <a:xfrm>
            <a:off x="4406493"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3" name="Rectangle 12"/>
          <p:cNvSpPr/>
          <p:nvPr/>
        </p:nvSpPr>
        <p:spPr>
          <a:xfrm>
            <a:off x="6198260"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4" name="Rectangle 13"/>
          <p:cNvSpPr/>
          <p:nvPr/>
        </p:nvSpPr>
        <p:spPr>
          <a:xfrm>
            <a:off x="7990027"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5" name="Rectangle 14"/>
          <p:cNvSpPr/>
          <p:nvPr/>
        </p:nvSpPr>
        <p:spPr>
          <a:xfrm>
            <a:off x="9781794" y="3018434"/>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6" name="Rectangle 15"/>
          <p:cNvSpPr/>
          <p:nvPr/>
        </p:nvSpPr>
        <p:spPr>
          <a:xfrm>
            <a:off x="822960"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7" name="Rectangle 16"/>
          <p:cNvSpPr/>
          <p:nvPr/>
        </p:nvSpPr>
        <p:spPr>
          <a:xfrm>
            <a:off x="2614726"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8" name="Rectangle 17"/>
          <p:cNvSpPr/>
          <p:nvPr/>
        </p:nvSpPr>
        <p:spPr>
          <a:xfrm>
            <a:off x="4406493"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19" name="Rectangle 18"/>
          <p:cNvSpPr/>
          <p:nvPr/>
        </p:nvSpPr>
        <p:spPr>
          <a:xfrm>
            <a:off x="6198260"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0" name="Rectangle 19"/>
          <p:cNvSpPr/>
          <p:nvPr/>
        </p:nvSpPr>
        <p:spPr>
          <a:xfrm>
            <a:off x="7990027"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1" name="Rectangle 20"/>
          <p:cNvSpPr/>
          <p:nvPr/>
        </p:nvSpPr>
        <p:spPr>
          <a:xfrm>
            <a:off x="9781794" y="4070908"/>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2" name="Rectangle 21"/>
          <p:cNvSpPr/>
          <p:nvPr/>
        </p:nvSpPr>
        <p:spPr>
          <a:xfrm>
            <a:off x="822960"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3" name="Rectangle 22"/>
          <p:cNvSpPr/>
          <p:nvPr/>
        </p:nvSpPr>
        <p:spPr>
          <a:xfrm>
            <a:off x="2614726"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4" name="Rectangle 23"/>
          <p:cNvSpPr/>
          <p:nvPr/>
        </p:nvSpPr>
        <p:spPr>
          <a:xfrm>
            <a:off x="4406493"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5" name="Rectangle 24"/>
          <p:cNvSpPr/>
          <p:nvPr/>
        </p:nvSpPr>
        <p:spPr>
          <a:xfrm>
            <a:off x="6198260"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6" name="Rectangle 25"/>
          <p:cNvSpPr/>
          <p:nvPr/>
        </p:nvSpPr>
        <p:spPr>
          <a:xfrm>
            <a:off x="7990027"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
        <p:nvSpPr>
          <p:cNvPr id="27" name="Rectangle 26"/>
          <p:cNvSpPr/>
          <p:nvPr/>
        </p:nvSpPr>
        <p:spPr>
          <a:xfrm>
            <a:off x="9781794" y="5123383"/>
            <a:ext cx="1586941" cy="911656"/>
          </a:xfrm>
          <a:prstGeom prst="rect">
            <a:avLst/>
          </a:prstGeom>
          <a:solidFill>
            <a:schemeClr val="bg2"/>
          </a:solidFill>
          <a:ln>
            <a:noFill/>
          </a:ln>
          <a:effectLst/>
        </p:spPr>
        <p:txBody>
          <a:bodyPr rtlCol="0" anchor="ctr" wrap="square" lIns="164592" rIns="164592" tIns="109728" bIns="109728"/>
          <a:lstStyle/>
          <a:p>
            <a:pPr algn="ctr"/>
            <a:r>
              <a:rPr sz="1400" b="0">
                <a:solidFill>
                  <a:schemeClr val="accent2"/>
                </a:solidFill>
                <a:latin typeface="+mn-lt"/>
              </a:rPr>
              <a:t>Logo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a:t>
            </a:r>
          </a:p>
        </p:txBody>
      </p:sp>
      <p:sp>
        <p:nvSpPr>
          <p:cNvPr id="5" name="TextBox 4"/>
          <p:cNvSpPr txBox="1"/>
          <p:nvPr/>
        </p:nvSpPr>
        <p:spPr>
          <a:xfrm>
            <a:off x="822960" y="2606039"/>
            <a:ext cx="5532120" cy="674370"/>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a:t>
            </a:r>
          </a:p>
        </p:txBody>
      </p:sp>
      <p:sp>
        <p:nvSpPr>
          <p:cNvPr id="6" name="TextBox 5"/>
          <p:cNvSpPr txBox="1"/>
          <p:nvPr/>
        </p:nvSpPr>
        <p:spPr>
          <a:xfrm>
            <a:off x="822960" y="3463289"/>
            <a:ext cx="5532120" cy="674370"/>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a:t>
            </a:r>
          </a:p>
        </p:txBody>
      </p:sp>
      <p:sp>
        <p:nvSpPr>
          <p:cNvPr id="7" name="TextBox 6"/>
          <p:cNvSpPr txBox="1"/>
          <p:nvPr/>
        </p:nvSpPr>
        <p:spPr>
          <a:xfrm>
            <a:off x="822960" y="4320540"/>
            <a:ext cx="5532120" cy="674370"/>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a:t>
            </a:r>
          </a:p>
        </p:txBody>
      </p:sp>
      <p:sp>
        <p:nvSpPr>
          <p:cNvPr id="8" name="TextBox 7"/>
          <p:cNvSpPr txBox="1"/>
          <p:nvPr/>
        </p:nvSpPr>
        <p:spPr>
          <a:xfrm>
            <a:off x="822960" y="5177790"/>
            <a:ext cx="5532120" cy="674370"/>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a:t>
            </a:r>
          </a:p>
        </p:txBody>
      </p:sp>
      <p:sp>
        <p:nvSpPr>
          <p:cNvPr id="9" name="Rectangle 8"/>
          <p:cNvSpPr/>
          <p:nvPr/>
        </p:nvSpPr>
        <p:spPr>
          <a:xfrm>
            <a:off x="6647688" y="2606039"/>
            <a:ext cx="4721047" cy="3429000"/>
          </a:xfrm>
          <a:prstGeom prst="rect">
            <a:avLst/>
          </a:prstGeom>
          <a:solidFill>
            <a:schemeClr val="bg2"/>
          </a:solidFill>
          <a:ln>
            <a:noFill/>
          </a:ln>
          <a:effectLst/>
        </p:spPr>
        <p:txBody>
          <a:bodyPr rtlCol="0" anchor="ctr"/>
          <a:lstStyle/>
          <a:p>
            <a:pPr algn="ctr"/>
          </a:p>
        </p:txBody>
      </p:sp>
      <p:sp>
        <p:nvSpPr>
          <p:cNvPr id="10" name="TextBox 9"/>
          <p:cNvSpPr txBox="1"/>
          <p:nvPr/>
        </p:nvSpPr>
        <p:spPr>
          <a:xfrm>
            <a:off x="6812280" y="2770632"/>
            <a:ext cx="4391863" cy="365760"/>
          </a:xfrm>
          <a:prstGeom prst="rect">
            <a:avLst/>
          </a:prstGeom>
          <a:noFill/>
        </p:spPr>
        <p:txBody>
          <a:bodyPr wrap="square" anchor="t" lIns="0" rIns="0" tIns="0" bIns="0">
            <a:spAutoFit/>
          </a:bodyPr>
          <a:lstStyle/>
          <a:p>
            <a:pPr algn="l"/>
            <a:r>
              <a:rPr sz="1800" b="1">
                <a:solidFill>
                  <a:schemeClr val="tx1"/>
                </a:solidFill>
                <a:latin typeface="+mn-lt"/>
              </a:rPr>
              <a:t>Lorem Ipsum Dolor</a:t>
            </a:r>
          </a:p>
        </p:txBody>
      </p:sp>
      <p:sp>
        <p:nvSpPr>
          <p:cNvPr id="11" name="Rectangle 10"/>
          <p:cNvSpPr/>
          <p:nvPr/>
        </p:nvSpPr>
        <p:spPr>
          <a:xfrm>
            <a:off x="7223760" y="3383279"/>
            <a:ext cx="3888943" cy="525780"/>
          </a:xfrm>
          <a:prstGeom prst="rect">
            <a:avLst/>
          </a:prstGeom>
          <a:solidFill>
            <a:schemeClr val="accent5"/>
          </a:solidFill>
          <a:ln>
            <a:noFill/>
          </a:ln>
          <a:effectLst/>
        </p:spPr>
        <p:txBody>
          <a:bodyPr rtlCol="0" anchor="ctr" wrap="square" lIns="164592" rIns="164592" tIns="109728" bIns="109728"/>
          <a:lstStyle/>
          <a:p>
            <a:pPr algn="l"/>
            <a:r>
              <a:rPr sz="1400" b="1">
                <a:solidFill>
                  <a:schemeClr val="tx1"/>
                </a:solidFill>
                <a:latin typeface="+mn-lt"/>
              </a:rPr>
              <a:t>Lorem Ipsum</a:t>
            </a:r>
          </a:p>
        </p:txBody>
      </p:sp>
      <p:sp>
        <p:nvSpPr>
          <p:cNvPr id="12" name="Rectangle 11"/>
          <p:cNvSpPr/>
          <p:nvPr/>
        </p:nvSpPr>
        <p:spPr>
          <a:xfrm>
            <a:off x="7223760" y="4000500"/>
            <a:ext cx="3888943" cy="525780"/>
          </a:xfrm>
          <a:prstGeom prst="rect">
            <a:avLst/>
          </a:prstGeom>
          <a:solidFill>
            <a:schemeClr val="accent4"/>
          </a:solidFill>
          <a:ln>
            <a:noFill/>
          </a:ln>
          <a:effectLst/>
        </p:spPr>
        <p:txBody>
          <a:bodyPr rtlCol="0" anchor="ctr" wrap="square" lIns="164592" rIns="164592" tIns="109728" bIns="109728"/>
          <a:lstStyle/>
          <a:p>
            <a:pPr algn="l"/>
            <a:r>
              <a:rPr sz="1400" b="1">
                <a:solidFill>
                  <a:schemeClr val="tx1"/>
                </a:solidFill>
                <a:latin typeface="+mn-lt"/>
              </a:rPr>
              <a:t>Lorem Ipsum</a:t>
            </a:r>
          </a:p>
        </p:txBody>
      </p:sp>
      <p:sp>
        <p:nvSpPr>
          <p:cNvPr id="13" name="Rectangle 12"/>
          <p:cNvSpPr/>
          <p:nvPr/>
        </p:nvSpPr>
        <p:spPr>
          <a:xfrm>
            <a:off x="7223760" y="4617720"/>
            <a:ext cx="3888943" cy="525780"/>
          </a:xfrm>
          <a:prstGeom prst="rect">
            <a:avLst/>
          </a:prstGeom>
          <a:solidFill>
            <a:schemeClr val="accent3"/>
          </a:solidFill>
          <a:ln>
            <a:noFill/>
          </a:ln>
          <a:effectLst/>
        </p:spPr>
        <p:txBody>
          <a:bodyPr rtlCol="0" anchor="ctr" wrap="square" lIns="164592" rIns="164592" tIns="109728" bIns="109728"/>
          <a:lstStyle/>
          <a:p>
            <a:pPr algn="l"/>
            <a:r>
              <a:rPr sz="1400" b="1">
                <a:solidFill>
                  <a:schemeClr val="tx1"/>
                </a:solidFill>
                <a:latin typeface="+mn-lt"/>
              </a:rPr>
              <a:t>Lorem Ipsum</a:t>
            </a:r>
          </a:p>
        </p:txBody>
      </p:sp>
      <p:sp>
        <p:nvSpPr>
          <p:cNvPr id="14" name="Rectangle 13"/>
          <p:cNvSpPr/>
          <p:nvPr/>
        </p:nvSpPr>
        <p:spPr>
          <a:xfrm>
            <a:off x="7223760" y="5234940"/>
            <a:ext cx="3888943" cy="525780"/>
          </a:xfrm>
          <a:prstGeom prst="rect">
            <a:avLst/>
          </a:prstGeom>
          <a:solidFill>
            <a:schemeClr val="accent2"/>
          </a:solidFill>
          <a:ln>
            <a:noFill/>
          </a:ln>
          <a:effectLst/>
        </p:spPr>
        <p:txBody>
          <a:bodyPr rtlCol="0" anchor="ctr" wrap="square" lIns="164592" rIns="164592" tIns="109728" bIns="109728"/>
          <a:lstStyle/>
          <a:p>
            <a:pPr algn="l"/>
            <a:r>
              <a:rPr sz="1400" b="1">
                <a:solidFill>
                  <a:schemeClr val="tx1"/>
                </a:solidFill>
                <a:latin typeface="+mn-lt"/>
              </a:rPr>
              <a:t>Lorem Ipsum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2029967"/>
            <a:ext cx="5483803" cy="1691640"/>
          </a:xfrm>
          <a:prstGeom prst="rect">
            <a:avLst/>
          </a:prstGeom>
          <a:noFill/>
        </p:spPr>
        <p:txBody>
          <a:bodyPr wrap="square" anchor="t" lIns="0" rIns="0" tIns="0" bIns="0">
            <a:spAutoFit/>
          </a:bodyPr>
          <a:lstStyle/>
          <a:p>
            <a:pPr algn="l"/>
            <a:r>
              <a:rPr sz="4000" b="1">
                <a:solidFill>
                  <a:schemeClr val="tx1"/>
                </a:solidFill>
                <a:latin typeface="+mj-lt"/>
              </a:rPr>
              <a:t>Lorem Ipsum</a:t>
            </a:r>
          </a:p>
          <a:p>
            <a:pPr algn="l"/>
            <a:r>
              <a:rPr sz="4000" b="1">
                <a:solidFill>
                  <a:schemeClr val="tx1"/>
                </a:solidFill>
                <a:latin typeface="+mj-lt"/>
              </a:rPr>
              <a:t>Lorem Ipsum</a:t>
            </a:r>
          </a:p>
        </p:txBody>
      </p:sp>
      <p:sp>
        <p:nvSpPr>
          <p:cNvPr id="4" name="TextBox 3"/>
          <p:cNvSpPr txBox="1"/>
          <p:nvPr/>
        </p:nvSpPr>
        <p:spPr>
          <a:xfrm>
            <a:off x="822960" y="3995927"/>
            <a:ext cx="5483803" cy="777240"/>
          </a:xfrm>
          <a:prstGeom prst="rect">
            <a:avLst/>
          </a:prstGeom>
          <a:noFill/>
        </p:spPr>
        <p:txBody>
          <a:bodyPr wrap="square" anchor="t" lIns="0" rIns="0" tIns="0" bIns="0">
            <a:spAutoFit/>
          </a:bodyPr>
          <a:lstStyle/>
          <a:p>
            <a:pPr algn="l"/>
            <a:r>
              <a:rPr sz="2000" b="0">
                <a:solidFill>
                  <a:schemeClr val="tx1"/>
                </a:solidFill>
                <a:latin typeface="+mn-lt"/>
              </a:rPr>
              <a:t>Lorem ipsum dolor sit amet consectetur</a:t>
            </a:r>
          </a:p>
        </p:txBody>
      </p:sp>
      <p:sp>
        <p:nvSpPr>
          <p:cNvPr id="5" name="TextBox 4"/>
          <p:cNvSpPr txBox="1"/>
          <p:nvPr/>
        </p:nvSpPr>
        <p:spPr>
          <a:xfrm>
            <a:off x="822960" y="5669279"/>
            <a:ext cx="5483803" cy="329184"/>
          </a:xfrm>
          <a:prstGeom prst="rect">
            <a:avLst/>
          </a:prstGeom>
          <a:noFill/>
        </p:spPr>
        <p:txBody>
          <a:bodyPr wrap="square" anchor="t" lIns="0" rIns="0" tIns="0" bIns="0">
            <a:spAutoFit/>
          </a:bodyPr>
          <a:lstStyle/>
          <a:p>
            <a:pPr algn="l"/>
            <a:r>
              <a:rPr sz="1400" b="0">
                <a:solidFill>
                  <a:schemeClr val="accent2"/>
                </a:solidFill>
                <a:latin typeface="+mn-lt"/>
              </a:rPr>
              <a:t>Lorem Ipsum Dolor</a:t>
            </a:r>
          </a:p>
        </p:txBody>
      </p:sp>
      <p:sp>
        <p:nvSpPr>
          <p:cNvPr id="6" name="Rectangle 5"/>
          <p:cNvSpPr/>
          <p:nvPr/>
        </p:nvSpPr>
        <p:spPr>
          <a:xfrm>
            <a:off x="6599371" y="822960"/>
            <a:ext cx="4769364" cy="5212080"/>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or brand shape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481328"/>
            <a:ext cx="4007394" cy="960120"/>
          </a:xfrm>
          <a:prstGeom prst="rect">
            <a:avLst/>
          </a:prstGeom>
          <a:noFill/>
        </p:spPr>
        <p:txBody>
          <a:bodyPr wrap="square" anchor="t" lIns="0" rIns="0" tIns="0" bIns="0">
            <a:spAutoFit/>
          </a:bodyPr>
          <a:lstStyle/>
          <a:p>
            <a:pPr algn="l"/>
            <a:r>
              <a:rPr sz="3600" b="1">
                <a:solidFill>
                  <a:schemeClr val="tx1"/>
                </a:solidFill>
                <a:latin typeface="+mj-lt"/>
              </a:rPr>
              <a:t>Lorem</a:t>
            </a:r>
          </a:p>
        </p:txBody>
      </p:sp>
      <p:sp>
        <p:nvSpPr>
          <p:cNvPr id="4" name="TextBox 3"/>
          <p:cNvSpPr txBox="1"/>
          <p:nvPr/>
        </p:nvSpPr>
        <p:spPr>
          <a:xfrm>
            <a:off x="822960" y="2532888"/>
            <a:ext cx="4007394" cy="128016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a:t>
            </a:r>
          </a:p>
        </p:txBody>
      </p:sp>
      <p:sp>
        <p:nvSpPr>
          <p:cNvPr id="5" name="TextBox 4"/>
          <p:cNvSpPr txBox="1"/>
          <p:nvPr/>
        </p:nvSpPr>
        <p:spPr>
          <a:xfrm>
            <a:off x="5397282" y="1298448"/>
            <a:ext cx="960120" cy="947318"/>
          </a:xfrm>
          <a:prstGeom prst="rect">
            <a:avLst/>
          </a:prstGeom>
          <a:noFill/>
        </p:spPr>
        <p:txBody>
          <a:bodyPr wrap="square" anchor="ctr" lIns="0" rIns="0" tIns="0" bIns="0">
            <a:spAutoFit/>
          </a:bodyPr>
          <a:lstStyle/>
          <a:p>
            <a:pPr algn="l"/>
            <a:r>
              <a:rPr sz="2600" b="1">
                <a:solidFill>
                  <a:schemeClr val="accent3"/>
                </a:solidFill>
                <a:latin typeface="+mj-lt"/>
              </a:rPr>
              <a:t>01</a:t>
            </a:r>
          </a:p>
        </p:txBody>
      </p:sp>
      <p:sp>
        <p:nvSpPr>
          <p:cNvPr id="6" name="TextBox 5"/>
          <p:cNvSpPr txBox="1"/>
          <p:nvPr/>
        </p:nvSpPr>
        <p:spPr>
          <a:xfrm>
            <a:off x="6448842" y="1298448"/>
            <a:ext cx="4919892" cy="947318"/>
          </a:xfrm>
          <a:prstGeom prst="rect">
            <a:avLst/>
          </a:prstGeom>
          <a:noFill/>
        </p:spPr>
        <p:txBody>
          <a:bodyPr wrap="square" anchor="ctr" lIns="0" rIns="0" tIns="0" bIns="0">
            <a:spAutoFit/>
          </a:bodyPr>
          <a:lstStyle/>
          <a:p>
            <a:pPr algn="l"/>
            <a:r>
              <a:rPr sz="1800" b="1">
                <a:solidFill>
                  <a:schemeClr val="tx1"/>
                </a:solidFill>
                <a:latin typeface="+mn-lt"/>
              </a:rPr>
              <a:t>Lorem Ipsum</a:t>
            </a:r>
          </a:p>
        </p:txBody>
      </p:sp>
      <p:sp>
        <p:nvSpPr>
          <p:cNvPr id="7" name="TextBox 6"/>
          <p:cNvSpPr txBox="1"/>
          <p:nvPr/>
        </p:nvSpPr>
        <p:spPr>
          <a:xfrm>
            <a:off x="5397282" y="2245766"/>
            <a:ext cx="960120" cy="947318"/>
          </a:xfrm>
          <a:prstGeom prst="rect">
            <a:avLst/>
          </a:prstGeom>
          <a:noFill/>
        </p:spPr>
        <p:txBody>
          <a:bodyPr wrap="square" anchor="ctr" lIns="0" rIns="0" tIns="0" bIns="0">
            <a:spAutoFit/>
          </a:bodyPr>
          <a:lstStyle/>
          <a:p>
            <a:pPr algn="l"/>
            <a:r>
              <a:rPr sz="2600" b="1">
                <a:solidFill>
                  <a:schemeClr val="accent3"/>
                </a:solidFill>
                <a:latin typeface="+mj-lt"/>
              </a:rPr>
              <a:t>02</a:t>
            </a:r>
          </a:p>
        </p:txBody>
      </p:sp>
      <p:sp>
        <p:nvSpPr>
          <p:cNvPr id="8" name="TextBox 7"/>
          <p:cNvSpPr txBox="1"/>
          <p:nvPr/>
        </p:nvSpPr>
        <p:spPr>
          <a:xfrm>
            <a:off x="6448842" y="2245766"/>
            <a:ext cx="4919892" cy="947318"/>
          </a:xfrm>
          <a:prstGeom prst="rect">
            <a:avLst/>
          </a:prstGeom>
          <a:noFill/>
        </p:spPr>
        <p:txBody>
          <a:bodyPr wrap="square" anchor="ctr" lIns="0" rIns="0" tIns="0" bIns="0">
            <a:spAutoFit/>
          </a:bodyPr>
          <a:lstStyle/>
          <a:p>
            <a:pPr algn="l"/>
            <a:r>
              <a:rPr sz="1800" b="1">
                <a:solidFill>
                  <a:schemeClr val="tx1"/>
                </a:solidFill>
                <a:latin typeface="+mn-lt"/>
              </a:rPr>
              <a:t>Lorem Ipsum</a:t>
            </a:r>
          </a:p>
        </p:txBody>
      </p:sp>
      <p:sp>
        <p:nvSpPr>
          <p:cNvPr id="9" name="TextBox 8"/>
          <p:cNvSpPr txBox="1"/>
          <p:nvPr/>
        </p:nvSpPr>
        <p:spPr>
          <a:xfrm>
            <a:off x="5397282" y="3193084"/>
            <a:ext cx="960120" cy="947318"/>
          </a:xfrm>
          <a:prstGeom prst="rect">
            <a:avLst/>
          </a:prstGeom>
          <a:noFill/>
        </p:spPr>
        <p:txBody>
          <a:bodyPr wrap="square" anchor="ctr" lIns="0" rIns="0" tIns="0" bIns="0">
            <a:spAutoFit/>
          </a:bodyPr>
          <a:lstStyle/>
          <a:p>
            <a:pPr algn="l"/>
            <a:r>
              <a:rPr sz="2600" b="1">
                <a:solidFill>
                  <a:schemeClr val="accent3"/>
                </a:solidFill>
                <a:latin typeface="+mj-lt"/>
              </a:rPr>
              <a:t>03</a:t>
            </a:r>
          </a:p>
        </p:txBody>
      </p:sp>
      <p:sp>
        <p:nvSpPr>
          <p:cNvPr id="10" name="TextBox 9"/>
          <p:cNvSpPr txBox="1"/>
          <p:nvPr/>
        </p:nvSpPr>
        <p:spPr>
          <a:xfrm>
            <a:off x="6448842" y="3193084"/>
            <a:ext cx="4919892" cy="947318"/>
          </a:xfrm>
          <a:prstGeom prst="rect">
            <a:avLst/>
          </a:prstGeom>
          <a:noFill/>
        </p:spPr>
        <p:txBody>
          <a:bodyPr wrap="square" anchor="ctr" lIns="0" rIns="0" tIns="0" bIns="0">
            <a:spAutoFit/>
          </a:bodyPr>
          <a:lstStyle/>
          <a:p>
            <a:pPr algn="l"/>
            <a:r>
              <a:rPr sz="1800" b="1">
                <a:solidFill>
                  <a:schemeClr val="tx1"/>
                </a:solidFill>
                <a:latin typeface="+mn-lt"/>
              </a:rPr>
              <a:t>Lorem Ipsum</a:t>
            </a:r>
          </a:p>
        </p:txBody>
      </p:sp>
      <p:sp>
        <p:nvSpPr>
          <p:cNvPr id="11" name="TextBox 10"/>
          <p:cNvSpPr txBox="1"/>
          <p:nvPr/>
        </p:nvSpPr>
        <p:spPr>
          <a:xfrm>
            <a:off x="5397282" y="4140403"/>
            <a:ext cx="960120" cy="947318"/>
          </a:xfrm>
          <a:prstGeom prst="rect">
            <a:avLst/>
          </a:prstGeom>
          <a:noFill/>
        </p:spPr>
        <p:txBody>
          <a:bodyPr wrap="square" anchor="ctr" lIns="0" rIns="0" tIns="0" bIns="0">
            <a:spAutoFit/>
          </a:bodyPr>
          <a:lstStyle/>
          <a:p>
            <a:pPr algn="l"/>
            <a:r>
              <a:rPr sz="2600" b="1">
                <a:solidFill>
                  <a:schemeClr val="accent3"/>
                </a:solidFill>
                <a:latin typeface="+mj-lt"/>
              </a:rPr>
              <a:t>04</a:t>
            </a:r>
          </a:p>
        </p:txBody>
      </p:sp>
      <p:sp>
        <p:nvSpPr>
          <p:cNvPr id="12" name="TextBox 11"/>
          <p:cNvSpPr txBox="1"/>
          <p:nvPr/>
        </p:nvSpPr>
        <p:spPr>
          <a:xfrm>
            <a:off x="6448842" y="4140403"/>
            <a:ext cx="4919892" cy="947318"/>
          </a:xfrm>
          <a:prstGeom prst="rect">
            <a:avLst/>
          </a:prstGeom>
          <a:noFill/>
        </p:spPr>
        <p:txBody>
          <a:bodyPr wrap="square" anchor="ctr" lIns="0" rIns="0" tIns="0" bIns="0">
            <a:spAutoFit/>
          </a:bodyPr>
          <a:lstStyle/>
          <a:p>
            <a:pPr algn="l"/>
            <a:r>
              <a:rPr sz="1800" b="1">
                <a:solidFill>
                  <a:schemeClr val="tx1"/>
                </a:solidFill>
                <a:latin typeface="+mn-lt"/>
              </a:rPr>
              <a:t>Lorem Ipsum</a:t>
            </a:r>
          </a:p>
        </p:txBody>
      </p:sp>
      <p:sp>
        <p:nvSpPr>
          <p:cNvPr id="13" name="TextBox 12"/>
          <p:cNvSpPr txBox="1"/>
          <p:nvPr/>
        </p:nvSpPr>
        <p:spPr>
          <a:xfrm>
            <a:off x="5397282" y="5087721"/>
            <a:ext cx="960120" cy="947318"/>
          </a:xfrm>
          <a:prstGeom prst="rect">
            <a:avLst/>
          </a:prstGeom>
          <a:noFill/>
        </p:spPr>
        <p:txBody>
          <a:bodyPr wrap="square" anchor="ctr" lIns="0" rIns="0" tIns="0" bIns="0">
            <a:spAutoFit/>
          </a:bodyPr>
          <a:lstStyle/>
          <a:p>
            <a:pPr algn="l"/>
            <a:r>
              <a:rPr sz="2600" b="1">
                <a:solidFill>
                  <a:schemeClr val="accent3"/>
                </a:solidFill>
                <a:latin typeface="+mj-lt"/>
              </a:rPr>
              <a:t>05</a:t>
            </a:r>
          </a:p>
        </p:txBody>
      </p:sp>
      <p:sp>
        <p:nvSpPr>
          <p:cNvPr id="14" name="TextBox 13"/>
          <p:cNvSpPr txBox="1"/>
          <p:nvPr/>
        </p:nvSpPr>
        <p:spPr>
          <a:xfrm>
            <a:off x="6448842" y="5087721"/>
            <a:ext cx="4919892" cy="947318"/>
          </a:xfrm>
          <a:prstGeom prst="rect">
            <a:avLst/>
          </a:prstGeom>
          <a:noFill/>
        </p:spPr>
        <p:txBody>
          <a:bodyPr wrap="square" anchor="ctr" lIns="0" rIns="0" tIns="0" bIns="0">
            <a:spAutoFit/>
          </a:bodyPr>
          <a:lstStyle/>
          <a:p>
            <a:pPr algn="l"/>
            <a:r>
              <a:rPr sz="1800" b="1">
                <a:solidFill>
                  <a:schemeClr val="tx1"/>
                </a:solidFill>
                <a:latin typeface="+mn-lt"/>
              </a:rPr>
              <a:t>Lorem Ipsum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2249424"/>
            <a:ext cx="5800176" cy="960120"/>
          </a:xfrm>
          <a:prstGeom prst="rect">
            <a:avLst/>
          </a:prstGeom>
          <a:noFill/>
        </p:spPr>
        <p:txBody>
          <a:bodyPr wrap="square" anchor="t" lIns="0" rIns="0" tIns="0" bIns="0">
            <a:spAutoFit/>
          </a:bodyPr>
          <a:lstStyle/>
          <a:p>
            <a:pPr algn="l"/>
            <a:r>
              <a:rPr sz="6400" b="1">
                <a:solidFill>
                  <a:schemeClr val="accent3"/>
                </a:solidFill>
                <a:latin typeface="+mj-lt"/>
              </a:rPr>
              <a:t>00</a:t>
            </a:r>
          </a:p>
        </p:txBody>
      </p:sp>
      <p:sp>
        <p:nvSpPr>
          <p:cNvPr id="4" name="TextBox 3"/>
          <p:cNvSpPr txBox="1"/>
          <p:nvPr/>
        </p:nvSpPr>
        <p:spPr>
          <a:xfrm>
            <a:off x="822960" y="3346703"/>
            <a:ext cx="5800176" cy="1005840"/>
          </a:xfrm>
          <a:prstGeom prst="rect">
            <a:avLst/>
          </a:prstGeom>
          <a:noFill/>
        </p:spPr>
        <p:txBody>
          <a:bodyPr wrap="square" anchor="t" lIns="0" rIns="0" tIns="0" bIns="0">
            <a:spAutoFit/>
          </a:bodyPr>
          <a:lstStyle/>
          <a:p>
            <a:pPr algn="l"/>
            <a:r>
              <a:rPr sz="3600" b="1">
                <a:solidFill>
                  <a:schemeClr val="tx1"/>
                </a:solidFill>
                <a:latin typeface="+mj-lt"/>
              </a:rPr>
              <a:t>Lorem Ipsum</a:t>
            </a:r>
          </a:p>
        </p:txBody>
      </p:sp>
      <p:sp>
        <p:nvSpPr>
          <p:cNvPr id="5" name="TextBox 4"/>
          <p:cNvSpPr txBox="1"/>
          <p:nvPr/>
        </p:nvSpPr>
        <p:spPr>
          <a:xfrm>
            <a:off x="822960" y="4581144"/>
            <a:ext cx="5800176" cy="548640"/>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a:t>
            </a:r>
          </a:p>
        </p:txBody>
      </p:sp>
      <p:sp>
        <p:nvSpPr>
          <p:cNvPr id="6" name="Rectangle 5"/>
          <p:cNvSpPr/>
          <p:nvPr/>
        </p:nvSpPr>
        <p:spPr>
          <a:xfrm>
            <a:off x="6915744" y="1298448"/>
            <a:ext cx="4452990" cy="4736592"/>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or brand shape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664207"/>
            <a:ext cx="5483803" cy="1600200"/>
          </a:xfrm>
          <a:prstGeom prst="rect">
            <a:avLst/>
          </a:prstGeom>
          <a:noFill/>
        </p:spPr>
        <p:txBody>
          <a:bodyPr wrap="square" anchor="t" lIns="0" rIns="0" tIns="0" bIns="0">
            <a:spAutoFit/>
          </a:bodyPr>
          <a:lstStyle/>
          <a:p>
            <a:pPr algn="l"/>
            <a:r>
              <a:rPr sz="4000" b="1">
                <a:solidFill>
                  <a:schemeClr val="tx1"/>
                </a:solidFill>
                <a:latin typeface="+mj-lt"/>
              </a:rPr>
              <a:t>Lorem Ipsum</a:t>
            </a:r>
          </a:p>
          <a:p>
            <a:pPr algn="l"/>
            <a:r>
              <a:rPr sz="4000" b="1">
                <a:solidFill>
                  <a:schemeClr val="tx1"/>
                </a:solidFill>
                <a:latin typeface="+mj-lt"/>
              </a:rPr>
              <a:t>Lorem</a:t>
            </a:r>
          </a:p>
        </p:txBody>
      </p:sp>
      <p:sp>
        <p:nvSpPr>
          <p:cNvPr id="4" name="Rectangle 3"/>
          <p:cNvSpPr/>
          <p:nvPr/>
        </p:nvSpPr>
        <p:spPr>
          <a:xfrm>
            <a:off x="822960" y="3721608"/>
            <a:ext cx="1417320" cy="1417320"/>
          </a:xfrm>
          <a:prstGeom prst="rect">
            <a:avLst/>
          </a:prstGeom>
          <a:solidFill>
            <a:schemeClr val="accent5"/>
          </a:solidFill>
          <a:ln>
            <a:noFill/>
          </a:ln>
          <a:effectLst/>
        </p:spPr>
        <p:txBody>
          <a:bodyPr rtlCol="0" anchor="ctr"/>
          <a:lstStyle/>
          <a:p>
            <a:pPr algn="ctr"/>
          </a:p>
        </p:txBody>
      </p:sp>
      <p:sp>
        <p:nvSpPr>
          <p:cNvPr id="5" name="TextBox 4"/>
          <p:cNvSpPr txBox="1"/>
          <p:nvPr/>
        </p:nvSpPr>
        <p:spPr>
          <a:xfrm>
            <a:off x="822960" y="3721608"/>
            <a:ext cx="1417320" cy="1417320"/>
          </a:xfrm>
          <a:prstGeom prst="rect">
            <a:avLst/>
          </a:prstGeom>
          <a:noFill/>
        </p:spPr>
        <p:txBody>
          <a:bodyPr wrap="square" anchor="ctr" lIns="0" rIns="0" tIns="0" bIns="0">
            <a:spAutoFit/>
          </a:bodyPr>
          <a:lstStyle/>
          <a:p>
            <a:pPr algn="ctr"/>
            <a:r>
              <a:rPr sz="1800" b="1">
                <a:solidFill>
                  <a:schemeClr val="tx1"/>
                </a:solidFill>
                <a:latin typeface="+mn-lt"/>
              </a:rPr>
              <a:t>QR</a:t>
            </a:r>
          </a:p>
        </p:txBody>
      </p:sp>
      <p:sp>
        <p:nvSpPr>
          <p:cNvPr id="6" name="TextBox 5"/>
          <p:cNvSpPr txBox="1"/>
          <p:nvPr/>
        </p:nvSpPr>
        <p:spPr>
          <a:xfrm>
            <a:off x="2532888" y="3767327"/>
            <a:ext cx="1188720" cy="365760"/>
          </a:xfrm>
          <a:prstGeom prst="rect">
            <a:avLst/>
          </a:prstGeom>
          <a:noFill/>
        </p:spPr>
        <p:txBody>
          <a:bodyPr wrap="square" anchor="ctr" lIns="0" rIns="0" tIns="0" bIns="0">
            <a:spAutoFit/>
          </a:bodyPr>
          <a:lstStyle/>
          <a:p>
            <a:pPr algn="l"/>
            <a:r>
              <a:rPr sz="1400" b="1">
                <a:solidFill>
                  <a:schemeClr val="accent2"/>
                </a:solidFill>
                <a:latin typeface="+mn-lt"/>
              </a:rPr>
              <a:t>Lorem</a:t>
            </a:r>
          </a:p>
        </p:txBody>
      </p:sp>
      <p:sp>
        <p:nvSpPr>
          <p:cNvPr id="7" name="TextBox 6"/>
          <p:cNvSpPr txBox="1"/>
          <p:nvPr/>
        </p:nvSpPr>
        <p:spPr>
          <a:xfrm>
            <a:off x="3813048" y="3767327"/>
            <a:ext cx="2786323" cy="365760"/>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8" name="TextBox 7"/>
          <p:cNvSpPr txBox="1"/>
          <p:nvPr/>
        </p:nvSpPr>
        <p:spPr>
          <a:xfrm>
            <a:off x="2532888" y="4242815"/>
            <a:ext cx="1188720" cy="365760"/>
          </a:xfrm>
          <a:prstGeom prst="rect">
            <a:avLst/>
          </a:prstGeom>
          <a:noFill/>
        </p:spPr>
        <p:txBody>
          <a:bodyPr wrap="square" anchor="ctr" lIns="0" rIns="0" tIns="0" bIns="0">
            <a:spAutoFit/>
          </a:bodyPr>
          <a:lstStyle/>
          <a:p>
            <a:pPr algn="l"/>
            <a:r>
              <a:rPr sz="1400" b="1">
                <a:solidFill>
                  <a:schemeClr val="accent2"/>
                </a:solidFill>
                <a:latin typeface="+mn-lt"/>
              </a:rPr>
              <a:t>Lorem</a:t>
            </a:r>
          </a:p>
        </p:txBody>
      </p:sp>
      <p:sp>
        <p:nvSpPr>
          <p:cNvPr id="9" name="TextBox 8"/>
          <p:cNvSpPr txBox="1"/>
          <p:nvPr/>
        </p:nvSpPr>
        <p:spPr>
          <a:xfrm>
            <a:off x="3813048" y="4242815"/>
            <a:ext cx="2786323" cy="365760"/>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10" name="TextBox 9"/>
          <p:cNvSpPr txBox="1"/>
          <p:nvPr/>
        </p:nvSpPr>
        <p:spPr>
          <a:xfrm>
            <a:off x="2532888" y="4718303"/>
            <a:ext cx="1188720" cy="365760"/>
          </a:xfrm>
          <a:prstGeom prst="rect">
            <a:avLst/>
          </a:prstGeom>
          <a:noFill/>
        </p:spPr>
        <p:txBody>
          <a:bodyPr wrap="square" anchor="ctr" lIns="0" rIns="0" tIns="0" bIns="0">
            <a:spAutoFit/>
          </a:bodyPr>
          <a:lstStyle/>
          <a:p>
            <a:pPr algn="l"/>
            <a:r>
              <a:rPr sz="1400" b="1">
                <a:solidFill>
                  <a:schemeClr val="accent2"/>
                </a:solidFill>
                <a:latin typeface="+mn-lt"/>
              </a:rPr>
              <a:t>Lorem</a:t>
            </a:r>
          </a:p>
        </p:txBody>
      </p:sp>
      <p:sp>
        <p:nvSpPr>
          <p:cNvPr id="11" name="TextBox 10"/>
          <p:cNvSpPr txBox="1"/>
          <p:nvPr/>
        </p:nvSpPr>
        <p:spPr>
          <a:xfrm>
            <a:off x="3813048" y="4718303"/>
            <a:ext cx="2786323" cy="365760"/>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12" name="Rectangle 11"/>
          <p:cNvSpPr/>
          <p:nvPr/>
        </p:nvSpPr>
        <p:spPr>
          <a:xfrm>
            <a:off x="6599371" y="1298448"/>
            <a:ext cx="4769364" cy="4736592"/>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or brand shape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Rectangle 2"/>
          <p:cNvSpPr/>
          <p:nvPr/>
        </p:nvSpPr>
        <p:spPr>
          <a:xfrm>
            <a:off x="822960" y="1298448"/>
            <a:ext cx="3703320" cy="4736592"/>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Portrait</a:t>
            </a:r>
          </a:p>
        </p:txBody>
      </p:sp>
      <p:sp>
        <p:nvSpPr>
          <p:cNvPr id="4" name="TextBox 3"/>
          <p:cNvSpPr txBox="1"/>
          <p:nvPr/>
        </p:nvSpPr>
        <p:spPr>
          <a:xfrm>
            <a:off x="5001768" y="1298448"/>
            <a:ext cx="6366967" cy="566928"/>
          </a:xfrm>
          <a:prstGeom prst="rect">
            <a:avLst/>
          </a:prstGeom>
          <a:noFill/>
        </p:spPr>
        <p:txBody>
          <a:bodyPr wrap="square" anchor="t" lIns="0" rIns="0" tIns="0" bIns="0">
            <a:spAutoFit/>
          </a:bodyPr>
          <a:lstStyle/>
          <a:p>
            <a:pPr algn="l"/>
            <a:r>
              <a:rPr sz="2600" b="1">
                <a:solidFill>
                  <a:schemeClr val="tx1"/>
                </a:solidFill>
                <a:latin typeface="+mj-lt"/>
              </a:rPr>
              <a:t>Lorem Ipsum</a:t>
            </a:r>
          </a:p>
        </p:txBody>
      </p:sp>
      <p:sp>
        <p:nvSpPr>
          <p:cNvPr id="5" name="TextBox 4"/>
          <p:cNvSpPr txBox="1"/>
          <p:nvPr/>
        </p:nvSpPr>
        <p:spPr>
          <a:xfrm>
            <a:off x="5001768" y="1920240"/>
            <a:ext cx="6366967" cy="365760"/>
          </a:xfrm>
          <a:prstGeom prst="rect">
            <a:avLst/>
          </a:prstGeom>
          <a:noFill/>
        </p:spPr>
        <p:txBody>
          <a:bodyPr wrap="square" anchor="t" lIns="0" rIns="0" tIns="0" bIns="0">
            <a:spAutoFit/>
          </a:bodyPr>
          <a:lstStyle/>
          <a:p>
            <a:pPr algn="l"/>
            <a:r>
              <a:rPr sz="1800" b="0">
                <a:solidFill>
                  <a:schemeClr val="accent2"/>
                </a:solidFill>
                <a:latin typeface="+mn-lt"/>
              </a:rPr>
              <a:t>Lorem Ipsum Dolor</a:t>
            </a:r>
          </a:p>
        </p:txBody>
      </p:sp>
      <p:sp>
        <p:nvSpPr>
          <p:cNvPr id="6" name="Oval 5"/>
          <p:cNvSpPr/>
          <p:nvPr/>
        </p:nvSpPr>
        <p:spPr>
          <a:xfrm>
            <a:off x="5001768" y="2715768"/>
            <a:ext cx="475488" cy="475488"/>
          </a:xfrm>
          <a:prstGeom prst="ellipse">
            <a:avLst/>
          </a:prstGeom>
          <a:solidFill>
            <a:schemeClr val="accent1"/>
          </a:solidFill>
          <a:ln>
            <a:noFill/>
          </a:ln>
          <a:effectLst/>
        </p:spPr>
        <p:txBody>
          <a:bodyPr rtlCol="0" anchor="ctr"/>
          <a:lstStyle/>
          <a:p>
            <a:pPr algn="ctr"/>
          </a:p>
        </p:txBody>
      </p:sp>
      <p:sp>
        <p:nvSpPr>
          <p:cNvPr id="7" name="TextBox 6"/>
          <p:cNvSpPr txBox="1"/>
          <p:nvPr/>
        </p:nvSpPr>
        <p:spPr>
          <a:xfrm>
            <a:off x="5001768" y="3282696"/>
            <a:ext cx="3037179" cy="329184"/>
          </a:xfrm>
          <a:prstGeom prst="rect">
            <a:avLst/>
          </a:prstGeom>
          <a:noFill/>
        </p:spPr>
        <p:txBody>
          <a:bodyPr wrap="square" anchor="t" lIns="0" rIns="0" tIns="0" bIns="0">
            <a:spAutoFit/>
          </a:bodyPr>
          <a:lstStyle/>
          <a:p>
            <a:pPr algn="l"/>
            <a:r>
              <a:rPr sz="1400" b="1">
                <a:solidFill>
                  <a:schemeClr val="tx1"/>
                </a:solidFill>
                <a:latin typeface="+mn-lt"/>
              </a:rPr>
              <a:t>Lorem Ipsum</a:t>
            </a:r>
          </a:p>
        </p:txBody>
      </p:sp>
      <p:sp>
        <p:nvSpPr>
          <p:cNvPr id="8" name="TextBox 7"/>
          <p:cNvSpPr txBox="1"/>
          <p:nvPr/>
        </p:nvSpPr>
        <p:spPr>
          <a:xfrm>
            <a:off x="5001768" y="3630168"/>
            <a:ext cx="3037179" cy="438912"/>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9" name="Oval 8"/>
          <p:cNvSpPr/>
          <p:nvPr/>
        </p:nvSpPr>
        <p:spPr>
          <a:xfrm>
            <a:off x="8331555" y="2715768"/>
            <a:ext cx="475488" cy="475488"/>
          </a:xfrm>
          <a:prstGeom prst="ellipse">
            <a:avLst/>
          </a:prstGeom>
          <a:solidFill>
            <a:schemeClr val="accent1"/>
          </a:solidFill>
          <a:ln>
            <a:noFill/>
          </a:ln>
          <a:effectLst/>
        </p:spPr>
        <p:txBody>
          <a:bodyPr rtlCol="0" anchor="ctr"/>
          <a:lstStyle/>
          <a:p>
            <a:pPr algn="ctr"/>
          </a:p>
        </p:txBody>
      </p:sp>
      <p:sp>
        <p:nvSpPr>
          <p:cNvPr id="10" name="TextBox 9"/>
          <p:cNvSpPr txBox="1"/>
          <p:nvPr/>
        </p:nvSpPr>
        <p:spPr>
          <a:xfrm>
            <a:off x="8331555" y="3282696"/>
            <a:ext cx="3037179" cy="329184"/>
          </a:xfrm>
          <a:prstGeom prst="rect">
            <a:avLst/>
          </a:prstGeom>
          <a:noFill/>
        </p:spPr>
        <p:txBody>
          <a:bodyPr wrap="square" anchor="t" lIns="0" rIns="0" tIns="0" bIns="0">
            <a:spAutoFit/>
          </a:bodyPr>
          <a:lstStyle/>
          <a:p>
            <a:pPr algn="l"/>
            <a:r>
              <a:rPr sz="1400" b="1">
                <a:solidFill>
                  <a:schemeClr val="tx1"/>
                </a:solidFill>
                <a:latin typeface="+mn-lt"/>
              </a:rPr>
              <a:t>Lorem Ipsum</a:t>
            </a:r>
          </a:p>
        </p:txBody>
      </p:sp>
      <p:sp>
        <p:nvSpPr>
          <p:cNvPr id="11" name="TextBox 10"/>
          <p:cNvSpPr txBox="1"/>
          <p:nvPr/>
        </p:nvSpPr>
        <p:spPr>
          <a:xfrm>
            <a:off x="8331555" y="3630168"/>
            <a:ext cx="3037179" cy="438912"/>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12" name="Oval 11"/>
          <p:cNvSpPr/>
          <p:nvPr/>
        </p:nvSpPr>
        <p:spPr>
          <a:xfrm>
            <a:off x="5001768" y="4133087"/>
            <a:ext cx="475488" cy="475488"/>
          </a:xfrm>
          <a:prstGeom prst="ellipse">
            <a:avLst/>
          </a:prstGeom>
          <a:solidFill>
            <a:schemeClr val="accent1"/>
          </a:solidFill>
          <a:ln>
            <a:noFill/>
          </a:ln>
          <a:effectLst/>
        </p:spPr>
        <p:txBody>
          <a:bodyPr rtlCol="0" anchor="ctr"/>
          <a:lstStyle/>
          <a:p>
            <a:pPr algn="ctr"/>
          </a:p>
        </p:txBody>
      </p:sp>
      <p:sp>
        <p:nvSpPr>
          <p:cNvPr id="13" name="TextBox 12"/>
          <p:cNvSpPr txBox="1"/>
          <p:nvPr/>
        </p:nvSpPr>
        <p:spPr>
          <a:xfrm>
            <a:off x="5001768" y="4700016"/>
            <a:ext cx="3037179" cy="329184"/>
          </a:xfrm>
          <a:prstGeom prst="rect">
            <a:avLst/>
          </a:prstGeom>
          <a:noFill/>
        </p:spPr>
        <p:txBody>
          <a:bodyPr wrap="square" anchor="t" lIns="0" rIns="0" tIns="0" bIns="0">
            <a:spAutoFit/>
          </a:bodyPr>
          <a:lstStyle/>
          <a:p>
            <a:pPr algn="l"/>
            <a:r>
              <a:rPr sz="1400" b="1">
                <a:solidFill>
                  <a:schemeClr val="tx1"/>
                </a:solidFill>
                <a:latin typeface="+mn-lt"/>
              </a:rPr>
              <a:t>Lorem Ipsum</a:t>
            </a:r>
          </a:p>
        </p:txBody>
      </p:sp>
      <p:sp>
        <p:nvSpPr>
          <p:cNvPr id="14" name="TextBox 13"/>
          <p:cNvSpPr txBox="1"/>
          <p:nvPr/>
        </p:nvSpPr>
        <p:spPr>
          <a:xfrm>
            <a:off x="5001768" y="5047488"/>
            <a:ext cx="3037179" cy="438912"/>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15" name="Oval 14"/>
          <p:cNvSpPr/>
          <p:nvPr/>
        </p:nvSpPr>
        <p:spPr>
          <a:xfrm>
            <a:off x="8331555" y="4133087"/>
            <a:ext cx="475488" cy="475488"/>
          </a:xfrm>
          <a:prstGeom prst="ellipse">
            <a:avLst/>
          </a:prstGeom>
          <a:solidFill>
            <a:schemeClr val="accent1"/>
          </a:solidFill>
          <a:ln>
            <a:noFill/>
          </a:ln>
          <a:effectLst/>
        </p:spPr>
        <p:txBody>
          <a:bodyPr rtlCol="0" anchor="ctr"/>
          <a:lstStyle/>
          <a:p>
            <a:pPr algn="ctr"/>
          </a:p>
        </p:txBody>
      </p:sp>
      <p:sp>
        <p:nvSpPr>
          <p:cNvPr id="16" name="TextBox 15"/>
          <p:cNvSpPr txBox="1"/>
          <p:nvPr/>
        </p:nvSpPr>
        <p:spPr>
          <a:xfrm>
            <a:off x="8331555" y="4700016"/>
            <a:ext cx="3037179" cy="329184"/>
          </a:xfrm>
          <a:prstGeom prst="rect">
            <a:avLst/>
          </a:prstGeom>
          <a:noFill/>
        </p:spPr>
        <p:txBody>
          <a:bodyPr wrap="square" anchor="t" lIns="0" rIns="0" tIns="0" bIns="0">
            <a:spAutoFit/>
          </a:bodyPr>
          <a:lstStyle/>
          <a:p>
            <a:pPr algn="l"/>
            <a:r>
              <a:rPr sz="1400" b="1">
                <a:solidFill>
                  <a:schemeClr val="tx1"/>
                </a:solidFill>
                <a:latin typeface="+mn-lt"/>
              </a:rPr>
              <a:t>Lorem Ipsum</a:t>
            </a:r>
          </a:p>
        </p:txBody>
      </p:sp>
      <p:sp>
        <p:nvSpPr>
          <p:cNvPr id="17" name="TextBox 16"/>
          <p:cNvSpPr txBox="1"/>
          <p:nvPr/>
        </p:nvSpPr>
        <p:spPr>
          <a:xfrm>
            <a:off x="8331555" y="5047488"/>
            <a:ext cx="3037179" cy="438912"/>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a:t>
            </a:r>
          </a:p>
        </p:txBody>
      </p:sp>
      <p:sp>
        <p:nvSpPr>
          <p:cNvPr id="5" name="Rectangle 4"/>
          <p:cNvSpPr/>
          <p:nvPr/>
        </p:nvSpPr>
        <p:spPr>
          <a:xfrm>
            <a:off x="822960" y="2606039"/>
            <a:ext cx="2416987" cy="1988819"/>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Portrait</a:t>
            </a:r>
          </a:p>
        </p:txBody>
      </p:sp>
      <p:sp>
        <p:nvSpPr>
          <p:cNvPr id="6" name="TextBox 5"/>
          <p:cNvSpPr txBox="1"/>
          <p:nvPr/>
        </p:nvSpPr>
        <p:spPr>
          <a:xfrm>
            <a:off x="822960" y="4741164"/>
            <a:ext cx="2416987"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TextBox 6"/>
          <p:cNvSpPr txBox="1"/>
          <p:nvPr/>
        </p:nvSpPr>
        <p:spPr>
          <a:xfrm>
            <a:off x="822960" y="5106923"/>
            <a:ext cx="2416987" cy="310896"/>
          </a:xfrm>
          <a:prstGeom prst="rect">
            <a:avLst/>
          </a:prstGeom>
          <a:noFill/>
        </p:spPr>
        <p:txBody>
          <a:bodyPr wrap="square" anchor="t" lIns="0" rIns="0" tIns="0" bIns="0">
            <a:spAutoFit/>
          </a:bodyPr>
          <a:lstStyle/>
          <a:p>
            <a:pPr algn="l"/>
            <a:r>
              <a:rPr sz="1400" b="0">
                <a:solidFill>
                  <a:schemeClr val="accent2"/>
                </a:solidFill>
                <a:latin typeface="+mn-lt"/>
              </a:rPr>
              <a:t>Lorem Ipsum</a:t>
            </a:r>
          </a:p>
        </p:txBody>
      </p:sp>
      <p:sp>
        <p:nvSpPr>
          <p:cNvPr id="8" name="TextBox 7"/>
          <p:cNvSpPr txBox="1"/>
          <p:nvPr/>
        </p:nvSpPr>
        <p:spPr>
          <a:xfrm>
            <a:off x="822960" y="5472683"/>
            <a:ext cx="2416987" cy="480060"/>
          </a:xfrm>
          <a:prstGeom prst="rect">
            <a:avLst/>
          </a:prstGeom>
          <a:noFill/>
        </p:spPr>
        <p:txBody>
          <a:bodyPr wrap="square" anchor="t" lIns="0" rIns="0" tIns="0" bIns="0">
            <a:spAutoFit/>
          </a:bodyPr>
          <a:lstStyle/>
          <a:p>
            <a:pPr algn="l"/>
            <a:r>
              <a:rPr sz="1400" b="0">
                <a:solidFill>
                  <a:schemeClr val="tx1"/>
                </a:solidFill>
                <a:latin typeface="+mn-lt"/>
              </a:rPr>
              <a:t>Lorem ipsum dolor sit</a:t>
            </a:r>
          </a:p>
        </p:txBody>
      </p:sp>
      <p:sp>
        <p:nvSpPr>
          <p:cNvPr id="9" name="Rectangle 8"/>
          <p:cNvSpPr/>
          <p:nvPr/>
        </p:nvSpPr>
        <p:spPr>
          <a:xfrm>
            <a:off x="3532555" y="2606039"/>
            <a:ext cx="2416987" cy="1988819"/>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Portrait</a:t>
            </a:r>
          </a:p>
        </p:txBody>
      </p:sp>
      <p:sp>
        <p:nvSpPr>
          <p:cNvPr id="10" name="TextBox 9"/>
          <p:cNvSpPr txBox="1"/>
          <p:nvPr/>
        </p:nvSpPr>
        <p:spPr>
          <a:xfrm>
            <a:off x="3532555" y="4741164"/>
            <a:ext cx="2416987"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1" name="TextBox 10"/>
          <p:cNvSpPr txBox="1"/>
          <p:nvPr/>
        </p:nvSpPr>
        <p:spPr>
          <a:xfrm>
            <a:off x="3532555" y="5106923"/>
            <a:ext cx="2416987" cy="310896"/>
          </a:xfrm>
          <a:prstGeom prst="rect">
            <a:avLst/>
          </a:prstGeom>
          <a:noFill/>
        </p:spPr>
        <p:txBody>
          <a:bodyPr wrap="square" anchor="t" lIns="0" rIns="0" tIns="0" bIns="0">
            <a:spAutoFit/>
          </a:bodyPr>
          <a:lstStyle/>
          <a:p>
            <a:pPr algn="l"/>
            <a:r>
              <a:rPr sz="1400" b="0">
                <a:solidFill>
                  <a:schemeClr val="accent2"/>
                </a:solidFill>
                <a:latin typeface="+mn-lt"/>
              </a:rPr>
              <a:t>Lorem Ipsum</a:t>
            </a:r>
          </a:p>
        </p:txBody>
      </p:sp>
      <p:sp>
        <p:nvSpPr>
          <p:cNvPr id="12" name="TextBox 11"/>
          <p:cNvSpPr txBox="1"/>
          <p:nvPr/>
        </p:nvSpPr>
        <p:spPr>
          <a:xfrm>
            <a:off x="3532555" y="5472683"/>
            <a:ext cx="2416987" cy="480060"/>
          </a:xfrm>
          <a:prstGeom prst="rect">
            <a:avLst/>
          </a:prstGeom>
          <a:noFill/>
        </p:spPr>
        <p:txBody>
          <a:bodyPr wrap="square" anchor="t" lIns="0" rIns="0" tIns="0" bIns="0">
            <a:spAutoFit/>
          </a:bodyPr>
          <a:lstStyle/>
          <a:p>
            <a:pPr algn="l"/>
            <a:r>
              <a:rPr sz="1400" b="0">
                <a:solidFill>
                  <a:schemeClr val="tx1"/>
                </a:solidFill>
                <a:latin typeface="+mn-lt"/>
              </a:rPr>
              <a:t>Lorem ipsum dolor sit</a:t>
            </a:r>
          </a:p>
        </p:txBody>
      </p:sp>
      <p:sp>
        <p:nvSpPr>
          <p:cNvPr id="13" name="Rectangle 12"/>
          <p:cNvSpPr/>
          <p:nvPr/>
        </p:nvSpPr>
        <p:spPr>
          <a:xfrm>
            <a:off x="6242151" y="2606039"/>
            <a:ext cx="2416987" cy="1988819"/>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Portrait</a:t>
            </a:r>
          </a:p>
        </p:txBody>
      </p:sp>
      <p:sp>
        <p:nvSpPr>
          <p:cNvPr id="14" name="TextBox 13"/>
          <p:cNvSpPr txBox="1"/>
          <p:nvPr/>
        </p:nvSpPr>
        <p:spPr>
          <a:xfrm>
            <a:off x="6242151" y="4741164"/>
            <a:ext cx="2416987"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5" name="TextBox 14"/>
          <p:cNvSpPr txBox="1"/>
          <p:nvPr/>
        </p:nvSpPr>
        <p:spPr>
          <a:xfrm>
            <a:off x="6242151" y="5106923"/>
            <a:ext cx="2416987" cy="310896"/>
          </a:xfrm>
          <a:prstGeom prst="rect">
            <a:avLst/>
          </a:prstGeom>
          <a:noFill/>
        </p:spPr>
        <p:txBody>
          <a:bodyPr wrap="square" anchor="t" lIns="0" rIns="0" tIns="0" bIns="0">
            <a:spAutoFit/>
          </a:bodyPr>
          <a:lstStyle/>
          <a:p>
            <a:pPr algn="l"/>
            <a:r>
              <a:rPr sz="1400" b="0">
                <a:solidFill>
                  <a:schemeClr val="accent2"/>
                </a:solidFill>
                <a:latin typeface="+mn-lt"/>
              </a:rPr>
              <a:t>Lorem Ipsum</a:t>
            </a:r>
          </a:p>
        </p:txBody>
      </p:sp>
      <p:sp>
        <p:nvSpPr>
          <p:cNvPr id="16" name="TextBox 15"/>
          <p:cNvSpPr txBox="1"/>
          <p:nvPr/>
        </p:nvSpPr>
        <p:spPr>
          <a:xfrm>
            <a:off x="6242151" y="5472683"/>
            <a:ext cx="2416987" cy="480060"/>
          </a:xfrm>
          <a:prstGeom prst="rect">
            <a:avLst/>
          </a:prstGeom>
          <a:noFill/>
        </p:spPr>
        <p:txBody>
          <a:bodyPr wrap="square" anchor="t" lIns="0" rIns="0" tIns="0" bIns="0">
            <a:spAutoFit/>
          </a:bodyPr>
          <a:lstStyle/>
          <a:p>
            <a:pPr algn="l"/>
            <a:r>
              <a:rPr sz="1400" b="0">
                <a:solidFill>
                  <a:schemeClr val="tx1"/>
                </a:solidFill>
                <a:latin typeface="+mn-lt"/>
              </a:rPr>
              <a:t>Lorem ipsum dolor sit</a:t>
            </a:r>
          </a:p>
        </p:txBody>
      </p:sp>
      <p:sp>
        <p:nvSpPr>
          <p:cNvPr id="17" name="Rectangle 16"/>
          <p:cNvSpPr/>
          <p:nvPr/>
        </p:nvSpPr>
        <p:spPr>
          <a:xfrm>
            <a:off x="8951747" y="2606039"/>
            <a:ext cx="2416987" cy="1988819"/>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Portrait</a:t>
            </a:r>
          </a:p>
        </p:txBody>
      </p:sp>
      <p:sp>
        <p:nvSpPr>
          <p:cNvPr id="18" name="TextBox 17"/>
          <p:cNvSpPr txBox="1"/>
          <p:nvPr/>
        </p:nvSpPr>
        <p:spPr>
          <a:xfrm>
            <a:off x="8951747" y="4741164"/>
            <a:ext cx="2416987"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9" name="TextBox 18"/>
          <p:cNvSpPr txBox="1"/>
          <p:nvPr/>
        </p:nvSpPr>
        <p:spPr>
          <a:xfrm>
            <a:off x="8951747" y="5106923"/>
            <a:ext cx="2416987" cy="310896"/>
          </a:xfrm>
          <a:prstGeom prst="rect">
            <a:avLst/>
          </a:prstGeom>
          <a:noFill/>
        </p:spPr>
        <p:txBody>
          <a:bodyPr wrap="square" anchor="t" lIns="0" rIns="0" tIns="0" bIns="0">
            <a:spAutoFit/>
          </a:bodyPr>
          <a:lstStyle/>
          <a:p>
            <a:pPr algn="l"/>
            <a:r>
              <a:rPr sz="1400" b="0">
                <a:solidFill>
                  <a:schemeClr val="accent2"/>
                </a:solidFill>
                <a:latin typeface="+mn-lt"/>
              </a:rPr>
              <a:t>Lorem Ipsum</a:t>
            </a:r>
          </a:p>
        </p:txBody>
      </p:sp>
      <p:sp>
        <p:nvSpPr>
          <p:cNvPr id="20" name="TextBox 19"/>
          <p:cNvSpPr txBox="1"/>
          <p:nvPr/>
        </p:nvSpPr>
        <p:spPr>
          <a:xfrm>
            <a:off x="8951747" y="5472683"/>
            <a:ext cx="2416987" cy="480060"/>
          </a:xfrm>
          <a:prstGeom prst="rect">
            <a:avLst/>
          </a:prstGeom>
          <a:noFill/>
        </p:spPr>
        <p:txBody>
          <a:bodyPr wrap="square" anchor="t" lIns="0" rIns="0" tIns="0" bIns="0">
            <a:spAutoFit/>
          </a:bodyPr>
          <a:lstStyle/>
          <a:p>
            <a:pPr algn="l"/>
            <a:r>
              <a:rPr sz="1400" b="0">
                <a:solidFill>
                  <a:schemeClr val="tx1"/>
                </a:solidFill>
                <a:latin typeface="+mn-lt"/>
              </a:rPr>
              <a:t>Lorem ipsum dolor sit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822960" y="1965960"/>
            <a:ext cx="2208660" cy="47548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5" name="Rectangle 4"/>
          <p:cNvSpPr/>
          <p:nvPr/>
        </p:nvSpPr>
        <p:spPr>
          <a:xfrm>
            <a:off x="3049908" y="1965960"/>
            <a:ext cx="1422678" cy="47548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6" name="Rectangle 5"/>
          <p:cNvSpPr/>
          <p:nvPr/>
        </p:nvSpPr>
        <p:spPr>
          <a:xfrm>
            <a:off x="4490874" y="1965960"/>
            <a:ext cx="1553675" cy="47548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7" name="Rectangle 6"/>
          <p:cNvSpPr/>
          <p:nvPr/>
        </p:nvSpPr>
        <p:spPr>
          <a:xfrm>
            <a:off x="6062837" y="1965960"/>
            <a:ext cx="1291681" cy="47548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a:t>
            </a:r>
          </a:p>
        </p:txBody>
      </p:sp>
      <p:sp>
        <p:nvSpPr>
          <p:cNvPr id="8" name="Rectangle 7"/>
          <p:cNvSpPr/>
          <p:nvPr/>
        </p:nvSpPr>
        <p:spPr>
          <a:xfrm>
            <a:off x="822960" y="2441448"/>
            <a:ext cx="2208660" cy="402335"/>
          </a:xfrm>
          <a:prstGeom prst="rect">
            <a:avLst/>
          </a:prstGeom>
          <a:solidFill>
            <a:schemeClr val="accent5"/>
          </a:solidFill>
          <a:ln>
            <a:noFill/>
          </a:ln>
          <a:effectLst/>
        </p:spPr>
        <p:txBody>
          <a:bodyPr rtlCol="0" anchor="ctr" wrap="square" lIns="164592" rIns="164592" tIns="109728" bIns="109728"/>
          <a:lstStyle/>
          <a:p>
            <a:pPr algn="l"/>
            <a:r>
              <a:rPr sz="1400" b="0">
                <a:solidFill>
                  <a:schemeClr val="tx1"/>
                </a:solidFill>
                <a:latin typeface="+mn-lt"/>
              </a:rPr>
              <a:t>Lorem ipsum dolor sit</a:t>
            </a:r>
          </a:p>
        </p:txBody>
      </p:sp>
      <p:sp>
        <p:nvSpPr>
          <p:cNvPr id="9" name="Rectangle 8"/>
          <p:cNvSpPr/>
          <p:nvPr/>
        </p:nvSpPr>
        <p:spPr>
          <a:xfrm>
            <a:off x="3049908" y="2441448"/>
            <a:ext cx="1422678"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0" name="Rectangle 9"/>
          <p:cNvSpPr/>
          <p:nvPr/>
        </p:nvSpPr>
        <p:spPr>
          <a:xfrm>
            <a:off x="4490874" y="2441448"/>
            <a:ext cx="1553675"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1" name="Rectangle 10"/>
          <p:cNvSpPr/>
          <p:nvPr/>
        </p:nvSpPr>
        <p:spPr>
          <a:xfrm>
            <a:off x="6062837" y="2441448"/>
            <a:ext cx="1291681"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2" name="Rectangle 11"/>
          <p:cNvSpPr/>
          <p:nvPr/>
        </p:nvSpPr>
        <p:spPr>
          <a:xfrm>
            <a:off x="822960" y="2862072"/>
            <a:ext cx="2208660" cy="402335"/>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a:t>
            </a:r>
          </a:p>
        </p:txBody>
      </p:sp>
      <p:sp>
        <p:nvSpPr>
          <p:cNvPr id="13" name="Rectangle 12"/>
          <p:cNvSpPr/>
          <p:nvPr/>
        </p:nvSpPr>
        <p:spPr>
          <a:xfrm>
            <a:off x="3049908" y="2862072"/>
            <a:ext cx="1422678"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4" name="Rectangle 13"/>
          <p:cNvSpPr/>
          <p:nvPr/>
        </p:nvSpPr>
        <p:spPr>
          <a:xfrm>
            <a:off x="4490874" y="2862072"/>
            <a:ext cx="1553675"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5" name="Rectangle 14"/>
          <p:cNvSpPr/>
          <p:nvPr/>
        </p:nvSpPr>
        <p:spPr>
          <a:xfrm>
            <a:off x="6062837" y="2862072"/>
            <a:ext cx="1291681"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6" name="Rectangle 15"/>
          <p:cNvSpPr/>
          <p:nvPr/>
        </p:nvSpPr>
        <p:spPr>
          <a:xfrm>
            <a:off x="822960" y="3282695"/>
            <a:ext cx="2208660" cy="402335"/>
          </a:xfrm>
          <a:prstGeom prst="rect">
            <a:avLst/>
          </a:prstGeom>
          <a:solidFill>
            <a:schemeClr val="accent5"/>
          </a:solidFill>
          <a:ln>
            <a:noFill/>
          </a:ln>
          <a:effectLst/>
        </p:spPr>
        <p:txBody>
          <a:bodyPr rtlCol="0" anchor="ctr" wrap="square" lIns="164592" rIns="164592" tIns="109728" bIns="109728"/>
          <a:lstStyle/>
          <a:p>
            <a:pPr algn="l"/>
            <a:r>
              <a:rPr sz="1400" b="0">
                <a:solidFill>
                  <a:schemeClr val="tx1"/>
                </a:solidFill>
                <a:latin typeface="+mn-lt"/>
              </a:rPr>
              <a:t>Lorem ipsum dolor sit</a:t>
            </a:r>
          </a:p>
        </p:txBody>
      </p:sp>
      <p:sp>
        <p:nvSpPr>
          <p:cNvPr id="17" name="Rectangle 16"/>
          <p:cNvSpPr/>
          <p:nvPr/>
        </p:nvSpPr>
        <p:spPr>
          <a:xfrm>
            <a:off x="3049908" y="3282695"/>
            <a:ext cx="1422678"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8" name="Rectangle 17"/>
          <p:cNvSpPr/>
          <p:nvPr/>
        </p:nvSpPr>
        <p:spPr>
          <a:xfrm>
            <a:off x="4490874" y="3282695"/>
            <a:ext cx="1553675"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19" name="Rectangle 18"/>
          <p:cNvSpPr/>
          <p:nvPr/>
        </p:nvSpPr>
        <p:spPr>
          <a:xfrm>
            <a:off x="6062837" y="3282695"/>
            <a:ext cx="1291681" cy="402335"/>
          </a:xfrm>
          <a:prstGeom prst="rect">
            <a:avLst/>
          </a:prstGeom>
          <a:solidFill>
            <a:schemeClr val="accent5"/>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20" name="Rectangle 19"/>
          <p:cNvSpPr/>
          <p:nvPr/>
        </p:nvSpPr>
        <p:spPr>
          <a:xfrm>
            <a:off x="822960" y="3703319"/>
            <a:ext cx="2208660" cy="402335"/>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a:t>
            </a:r>
          </a:p>
        </p:txBody>
      </p:sp>
      <p:sp>
        <p:nvSpPr>
          <p:cNvPr id="21" name="Rectangle 20"/>
          <p:cNvSpPr/>
          <p:nvPr/>
        </p:nvSpPr>
        <p:spPr>
          <a:xfrm>
            <a:off x="3049908" y="3703319"/>
            <a:ext cx="1422678"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22" name="Rectangle 21"/>
          <p:cNvSpPr/>
          <p:nvPr/>
        </p:nvSpPr>
        <p:spPr>
          <a:xfrm>
            <a:off x="4490874" y="3703319"/>
            <a:ext cx="1553675"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23" name="Rectangle 22"/>
          <p:cNvSpPr/>
          <p:nvPr/>
        </p:nvSpPr>
        <p:spPr>
          <a:xfrm>
            <a:off x="6062837" y="3703319"/>
            <a:ext cx="1291681"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24" name="Rectangle 23"/>
          <p:cNvSpPr/>
          <p:nvPr/>
        </p:nvSpPr>
        <p:spPr>
          <a:xfrm>
            <a:off x="822960" y="4123943"/>
            <a:ext cx="2208660" cy="402335"/>
          </a:xfrm>
          <a:prstGeom prst="rect">
            <a:avLst/>
          </a:prstGeom>
          <a:solidFill>
            <a:schemeClr val="accent1"/>
          </a:solidFill>
          <a:ln>
            <a:noFill/>
          </a:ln>
          <a:effectLst/>
        </p:spPr>
        <p:txBody>
          <a:bodyPr rtlCol="0" anchor="ctr" wrap="square" lIns="164592" rIns="164592" tIns="109728" bIns="109728"/>
          <a:lstStyle/>
          <a:p>
            <a:pPr algn="l"/>
            <a:r>
              <a:rPr sz="1400" b="1">
                <a:solidFill>
                  <a:schemeClr val="bg1"/>
                </a:solidFill>
                <a:latin typeface="+mn-lt"/>
              </a:rPr>
              <a:t>Lorem ipsum dolor sit</a:t>
            </a:r>
          </a:p>
        </p:txBody>
      </p:sp>
      <p:sp>
        <p:nvSpPr>
          <p:cNvPr id="25" name="Rectangle 24"/>
          <p:cNvSpPr/>
          <p:nvPr/>
        </p:nvSpPr>
        <p:spPr>
          <a:xfrm>
            <a:off x="3049908" y="4123943"/>
            <a:ext cx="1422678" cy="402335"/>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00.000</a:t>
            </a:r>
          </a:p>
        </p:txBody>
      </p:sp>
      <p:sp>
        <p:nvSpPr>
          <p:cNvPr id="26" name="Rectangle 25"/>
          <p:cNvSpPr/>
          <p:nvPr/>
        </p:nvSpPr>
        <p:spPr>
          <a:xfrm>
            <a:off x="4490874" y="4123943"/>
            <a:ext cx="1553675" cy="402335"/>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00.000</a:t>
            </a:r>
          </a:p>
        </p:txBody>
      </p:sp>
      <p:sp>
        <p:nvSpPr>
          <p:cNvPr id="27" name="Rectangle 26"/>
          <p:cNvSpPr/>
          <p:nvPr/>
        </p:nvSpPr>
        <p:spPr>
          <a:xfrm>
            <a:off x="6062837" y="4123943"/>
            <a:ext cx="1291681" cy="402335"/>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00.000</a:t>
            </a:r>
          </a:p>
        </p:txBody>
      </p:sp>
      <p:sp>
        <p:nvSpPr>
          <p:cNvPr id="28" name="Rectangle 27"/>
          <p:cNvSpPr/>
          <p:nvPr/>
        </p:nvSpPr>
        <p:spPr>
          <a:xfrm>
            <a:off x="822960" y="4544567"/>
            <a:ext cx="2208660" cy="402335"/>
          </a:xfrm>
          <a:prstGeom prst="rect">
            <a:avLst/>
          </a:prstGeom>
          <a:solidFill>
            <a:schemeClr val="bg2"/>
          </a:solidFill>
          <a:ln>
            <a:noFill/>
          </a:ln>
          <a:effectLst/>
        </p:spPr>
        <p:txBody>
          <a:bodyPr rtlCol="0" anchor="ctr" wrap="square" lIns="164592" rIns="164592" tIns="109728" bIns="109728"/>
          <a:lstStyle/>
          <a:p>
            <a:pPr algn="l"/>
            <a:r>
              <a:rPr sz="1400" b="0">
                <a:solidFill>
                  <a:schemeClr val="tx1"/>
                </a:solidFill>
                <a:latin typeface="+mn-lt"/>
              </a:rPr>
              <a:t>Lorem ipsum dolor sit</a:t>
            </a:r>
          </a:p>
        </p:txBody>
      </p:sp>
      <p:sp>
        <p:nvSpPr>
          <p:cNvPr id="29" name="Rectangle 28"/>
          <p:cNvSpPr/>
          <p:nvPr/>
        </p:nvSpPr>
        <p:spPr>
          <a:xfrm>
            <a:off x="3049908" y="4544567"/>
            <a:ext cx="1422678"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30" name="Rectangle 29"/>
          <p:cNvSpPr/>
          <p:nvPr/>
        </p:nvSpPr>
        <p:spPr>
          <a:xfrm>
            <a:off x="4490874" y="4544567"/>
            <a:ext cx="1553675"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31" name="Rectangle 30"/>
          <p:cNvSpPr/>
          <p:nvPr/>
        </p:nvSpPr>
        <p:spPr>
          <a:xfrm>
            <a:off x="6062837" y="4544567"/>
            <a:ext cx="1291681" cy="402335"/>
          </a:xfrm>
          <a:prstGeom prst="rect">
            <a:avLst/>
          </a:prstGeom>
          <a:solidFill>
            <a:schemeClr val="bg2"/>
          </a:solidFill>
          <a:ln>
            <a:noFill/>
          </a:ln>
          <a:effectLst/>
        </p:spPr>
        <p:txBody>
          <a:bodyPr rtlCol="0" anchor="ctr" wrap="square" lIns="164592" rIns="164592" tIns="109728" bIns="109728"/>
          <a:lstStyle/>
          <a:p>
            <a:pPr algn="ctr"/>
            <a:r>
              <a:rPr sz="1400" b="0">
                <a:solidFill>
                  <a:schemeClr val="tx1"/>
                </a:solidFill>
                <a:latin typeface="+mn-lt"/>
              </a:rPr>
              <a:t>00.000</a:t>
            </a:r>
          </a:p>
        </p:txBody>
      </p:sp>
      <p:sp>
        <p:nvSpPr>
          <p:cNvPr id="32" name="Rectangle 31"/>
          <p:cNvSpPr/>
          <p:nvPr/>
        </p:nvSpPr>
        <p:spPr>
          <a:xfrm>
            <a:off x="7665415" y="1965960"/>
            <a:ext cx="3703320" cy="2999231"/>
          </a:xfrm>
          <a:prstGeom prst="rect">
            <a:avLst/>
          </a:prstGeom>
          <a:solidFill>
            <a:schemeClr val="bg2"/>
          </a:solidFill>
          <a:ln>
            <a:noFill/>
          </a:ln>
          <a:effectLst/>
        </p:spPr>
        <p:txBody>
          <a:bodyPr rtlCol="0" anchor="ctr"/>
          <a:lstStyle/>
          <a:p>
            <a:pPr algn="ctr"/>
          </a:p>
        </p:txBody>
      </p:sp>
      <p:sp>
        <p:nvSpPr>
          <p:cNvPr id="33" name="TextBox 32"/>
          <p:cNvSpPr txBox="1"/>
          <p:nvPr/>
        </p:nvSpPr>
        <p:spPr>
          <a:xfrm>
            <a:off x="7830007" y="2130552"/>
            <a:ext cx="3374136" cy="365760"/>
          </a:xfrm>
          <a:prstGeom prst="rect">
            <a:avLst/>
          </a:prstGeom>
          <a:noFill/>
        </p:spPr>
        <p:txBody>
          <a:bodyPr wrap="square" anchor="t" lIns="0" rIns="0" tIns="0" bIns="0">
            <a:spAutoFit/>
          </a:bodyPr>
          <a:lstStyle/>
          <a:p>
            <a:pPr algn="l"/>
            <a:r>
              <a:rPr sz="1800" b="1">
                <a:solidFill>
                  <a:schemeClr val="accent1"/>
                </a:solidFill>
                <a:latin typeface="+mn-lt"/>
              </a:rPr>
              <a:t>Lorem</a:t>
            </a:r>
          </a:p>
        </p:txBody>
      </p:sp>
      <p:sp>
        <p:nvSpPr>
          <p:cNvPr id="34" name="TextBox 33"/>
          <p:cNvSpPr txBox="1"/>
          <p:nvPr/>
        </p:nvSpPr>
        <p:spPr>
          <a:xfrm>
            <a:off x="7830007" y="2514600"/>
            <a:ext cx="3374136" cy="377951"/>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35" name="TextBox 34"/>
          <p:cNvSpPr txBox="1"/>
          <p:nvPr/>
        </p:nvSpPr>
        <p:spPr>
          <a:xfrm>
            <a:off x="7830007" y="3057144"/>
            <a:ext cx="3374136" cy="365760"/>
          </a:xfrm>
          <a:prstGeom prst="rect">
            <a:avLst/>
          </a:prstGeom>
          <a:noFill/>
        </p:spPr>
        <p:txBody>
          <a:bodyPr wrap="square" anchor="t" lIns="0" rIns="0" tIns="0" bIns="0">
            <a:spAutoFit/>
          </a:bodyPr>
          <a:lstStyle/>
          <a:p>
            <a:pPr algn="l"/>
            <a:r>
              <a:rPr sz="1800" b="1">
                <a:solidFill>
                  <a:schemeClr val="accent1"/>
                </a:solidFill>
                <a:latin typeface="+mn-lt"/>
              </a:rPr>
              <a:t>Lorem</a:t>
            </a:r>
          </a:p>
        </p:txBody>
      </p:sp>
      <p:sp>
        <p:nvSpPr>
          <p:cNvPr id="36" name="TextBox 35"/>
          <p:cNvSpPr txBox="1"/>
          <p:nvPr/>
        </p:nvSpPr>
        <p:spPr>
          <a:xfrm>
            <a:off x="7830007" y="3441192"/>
            <a:ext cx="3374136" cy="377951"/>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37" name="TextBox 36"/>
          <p:cNvSpPr txBox="1"/>
          <p:nvPr/>
        </p:nvSpPr>
        <p:spPr>
          <a:xfrm>
            <a:off x="7830007" y="3983735"/>
            <a:ext cx="3374136" cy="365760"/>
          </a:xfrm>
          <a:prstGeom prst="rect">
            <a:avLst/>
          </a:prstGeom>
          <a:noFill/>
        </p:spPr>
        <p:txBody>
          <a:bodyPr wrap="square" anchor="t" lIns="0" rIns="0" tIns="0" bIns="0">
            <a:spAutoFit/>
          </a:bodyPr>
          <a:lstStyle/>
          <a:p>
            <a:pPr algn="l"/>
            <a:r>
              <a:rPr sz="1800" b="1">
                <a:solidFill>
                  <a:schemeClr val="accent1"/>
                </a:solidFill>
                <a:latin typeface="+mn-lt"/>
              </a:rPr>
              <a:t>Lorem</a:t>
            </a:r>
          </a:p>
        </p:txBody>
      </p:sp>
      <p:sp>
        <p:nvSpPr>
          <p:cNvPr id="38" name="TextBox 37"/>
          <p:cNvSpPr txBox="1"/>
          <p:nvPr/>
        </p:nvSpPr>
        <p:spPr>
          <a:xfrm>
            <a:off x="7830007" y="4367783"/>
            <a:ext cx="3374136" cy="377951"/>
          </a:xfrm>
          <a:prstGeom prst="rect">
            <a:avLst/>
          </a:prstGeom>
          <a:noFill/>
        </p:spPr>
        <p:txBody>
          <a:bodyPr wrap="square" anchor="t" lIns="0" rIns="0" tIns="0" bIns="0">
            <a:spAutoFit/>
          </a:bodyPr>
          <a:lstStyle/>
          <a:p>
            <a:pPr algn="l"/>
            <a:r>
              <a:rPr sz="1400" b="0">
                <a:solidFill>
                  <a:schemeClr val="tx1"/>
                </a:solidFill>
                <a:latin typeface="+mn-lt"/>
              </a:rPr>
              <a:t>Lorem ipsum dolor sit amet</a:t>
            </a:r>
          </a:p>
        </p:txBody>
      </p:sp>
      <p:sp>
        <p:nvSpPr>
          <p:cNvPr id="39" name="Rectangle 38"/>
          <p:cNvSpPr/>
          <p:nvPr/>
        </p:nvSpPr>
        <p:spPr>
          <a:xfrm>
            <a:off x="822960" y="5166359"/>
            <a:ext cx="10545775" cy="868680"/>
          </a:xfrm>
          <a:prstGeom prst="rect">
            <a:avLst/>
          </a:prstGeom>
          <a:solidFill>
            <a:schemeClr val="accent5"/>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graphicFrame>
        <p:nvGraphicFramePr>
          <p:cNvPr id="4" name="Chart 3"/>
          <p:cNvGraphicFramePr>
            <a:graphicFrameLocks noGrp="1"/>
          </p:cNvGraphicFramePr>
          <p:nvPr/>
        </p:nvGraphicFramePr>
        <p:xfrm>
          <a:off x="822960" y="1965960"/>
          <a:ext cx="6275527" cy="2999231"/>
        </p:xfrm>
        <a:graphic>
          <a:graphicData uri="http://schemas.openxmlformats.org/drawingml/2006/chart">
            <c:chart xmlns:c="http://schemas.openxmlformats.org/drawingml/2006/chart" r:id="rId2"/>
          </a:graphicData>
        </a:graphic>
      </p:graphicFrame>
      <p:sp>
        <p:nvSpPr>
          <p:cNvPr id="5" name="Rectangle 4"/>
          <p:cNvSpPr/>
          <p:nvPr/>
        </p:nvSpPr>
        <p:spPr>
          <a:xfrm>
            <a:off x="7391095" y="1965960"/>
            <a:ext cx="3977639" cy="1399031"/>
          </a:xfrm>
          <a:prstGeom prst="rect">
            <a:avLst/>
          </a:prstGeom>
          <a:solidFill>
            <a:schemeClr val="bg2"/>
          </a:solidFill>
          <a:ln>
            <a:noFill/>
          </a:ln>
          <a:effectLst/>
        </p:spPr>
        <p:txBody>
          <a:bodyPr rtlCol="0" anchor="ctr"/>
          <a:lstStyle/>
          <a:p>
            <a:pPr algn="ctr"/>
          </a:p>
        </p:txBody>
      </p:sp>
      <p:sp>
        <p:nvSpPr>
          <p:cNvPr id="6" name="TextBox 5"/>
          <p:cNvSpPr txBox="1"/>
          <p:nvPr/>
        </p:nvSpPr>
        <p:spPr>
          <a:xfrm>
            <a:off x="7555687" y="2075688"/>
            <a:ext cx="364845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TextBox 6"/>
          <p:cNvSpPr txBox="1"/>
          <p:nvPr/>
        </p:nvSpPr>
        <p:spPr>
          <a:xfrm>
            <a:off x="7555687" y="2532888"/>
            <a:ext cx="3648456" cy="713231"/>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
        <p:nvSpPr>
          <p:cNvPr id="8" name="Rectangle 7"/>
          <p:cNvSpPr/>
          <p:nvPr/>
        </p:nvSpPr>
        <p:spPr>
          <a:xfrm>
            <a:off x="7391095" y="3566159"/>
            <a:ext cx="3977639" cy="1399031"/>
          </a:xfrm>
          <a:prstGeom prst="rect">
            <a:avLst/>
          </a:prstGeom>
          <a:solidFill>
            <a:schemeClr val="bg2"/>
          </a:solidFill>
          <a:ln>
            <a:noFill/>
          </a:ln>
          <a:effectLst/>
        </p:spPr>
        <p:txBody>
          <a:bodyPr rtlCol="0" anchor="ctr"/>
          <a:lstStyle/>
          <a:p>
            <a:pPr algn="ctr"/>
          </a:p>
        </p:txBody>
      </p:sp>
      <p:sp>
        <p:nvSpPr>
          <p:cNvPr id="9" name="TextBox 8"/>
          <p:cNvSpPr txBox="1"/>
          <p:nvPr/>
        </p:nvSpPr>
        <p:spPr>
          <a:xfrm>
            <a:off x="7555687" y="3675887"/>
            <a:ext cx="3648456" cy="384048"/>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0" name="TextBox 9"/>
          <p:cNvSpPr txBox="1"/>
          <p:nvPr/>
        </p:nvSpPr>
        <p:spPr>
          <a:xfrm>
            <a:off x="7555687" y="4133087"/>
            <a:ext cx="3648456" cy="713231"/>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
        <p:nvSpPr>
          <p:cNvPr id="11" name="Rectangle 10"/>
          <p:cNvSpPr/>
          <p:nvPr/>
        </p:nvSpPr>
        <p:spPr>
          <a:xfrm>
            <a:off x="822960" y="5166359"/>
            <a:ext cx="10545775" cy="868680"/>
          </a:xfrm>
          <a:prstGeom prst="rect">
            <a:avLst/>
          </a:prstGeom>
          <a:solidFill>
            <a:schemeClr val="accent5"/>
          </a:solidFill>
          <a:ln>
            <a:noFill/>
          </a:ln>
          <a:effectLst/>
        </p:spPr>
        <p:txBody>
          <a:bodyPr rtlCol="0" anchor="ctr" wrap="square" lIns="164592" rIns="164592" tIns="109728" bIns="109728"/>
          <a:lstStyle/>
          <a:p>
            <a:pPr algn="l"/>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a:t>
            </a:r>
          </a:p>
        </p:txBody>
      </p:sp>
      <p:sp>
        <p:nvSpPr>
          <p:cNvPr id="5" name="Rectangle 4"/>
          <p:cNvSpPr/>
          <p:nvPr/>
        </p:nvSpPr>
        <p:spPr>
          <a:xfrm>
            <a:off x="822960" y="2606039"/>
            <a:ext cx="5126583" cy="1008888"/>
          </a:xfrm>
          <a:prstGeom prst="rect">
            <a:avLst/>
          </a:prstGeom>
          <a:solidFill>
            <a:schemeClr val="accent5"/>
          </a:solidFill>
          <a:ln>
            <a:noFill/>
          </a:ln>
          <a:effectLst/>
        </p:spPr>
        <p:txBody>
          <a:bodyPr rtlCol="0" anchor="ctr"/>
          <a:lstStyle/>
          <a:p>
            <a:pPr algn="ctr"/>
          </a:p>
        </p:txBody>
      </p:sp>
      <p:sp>
        <p:nvSpPr>
          <p:cNvPr id="6" name="Rectangle 5"/>
          <p:cNvSpPr/>
          <p:nvPr/>
        </p:nvSpPr>
        <p:spPr>
          <a:xfrm>
            <a:off x="822960" y="2606039"/>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7" name="TextBox 6"/>
          <p:cNvSpPr txBox="1"/>
          <p:nvPr/>
        </p:nvSpPr>
        <p:spPr>
          <a:xfrm>
            <a:off x="2628058" y="2606039"/>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8" name="Rectangle 7"/>
          <p:cNvSpPr/>
          <p:nvPr/>
        </p:nvSpPr>
        <p:spPr>
          <a:xfrm>
            <a:off x="6242151" y="2606039"/>
            <a:ext cx="5126583" cy="1008888"/>
          </a:xfrm>
          <a:prstGeom prst="rect">
            <a:avLst/>
          </a:prstGeom>
          <a:solidFill>
            <a:schemeClr val="accent4"/>
          </a:solidFill>
          <a:ln>
            <a:noFill/>
          </a:ln>
          <a:effectLst/>
        </p:spPr>
        <p:txBody>
          <a:bodyPr rtlCol="0" anchor="ctr"/>
          <a:lstStyle/>
          <a:p>
            <a:pPr algn="ctr"/>
          </a:p>
        </p:txBody>
      </p:sp>
      <p:sp>
        <p:nvSpPr>
          <p:cNvPr id="9" name="Rectangle 8"/>
          <p:cNvSpPr/>
          <p:nvPr/>
        </p:nvSpPr>
        <p:spPr>
          <a:xfrm>
            <a:off x="6242151" y="2606039"/>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10" name="TextBox 9"/>
          <p:cNvSpPr txBox="1"/>
          <p:nvPr/>
        </p:nvSpPr>
        <p:spPr>
          <a:xfrm>
            <a:off x="8047250" y="2606039"/>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1" name="Rectangle 10"/>
          <p:cNvSpPr/>
          <p:nvPr/>
        </p:nvSpPr>
        <p:spPr>
          <a:xfrm>
            <a:off x="822960" y="3816095"/>
            <a:ext cx="5126583" cy="1008888"/>
          </a:xfrm>
          <a:prstGeom prst="rect">
            <a:avLst/>
          </a:prstGeom>
          <a:solidFill>
            <a:schemeClr val="accent2"/>
          </a:solidFill>
          <a:ln>
            <a:noFill/>
          </a:ln>
          <a:effectLst/>
        </p:spPr>
        <p:txBody>
          <a:bodyPr rtlCol="0" anchor="ctr"/>
          <a:lstStyle/>
          <a:p>
            <a:pPr algn="ctr"/>
          </a:p>
        </p:txBody>
      </p:sp>
      <p:sp>
        <p:nvSpPr>
          <p:cNvPr id="12" name="Rectangle 11"/>
          <p:cNvSpPr/>
          <p:nvPr/>
        </p:nvSpPr>
        <p:spPr>
          <a:xfrm>
            <a:off x="822960" y="3816095"/>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13" name="TextBox 12"/>
          <p:cNvSpPr txBox="1"/>
          <p:nvPr/>
        </p:nvSpPr>
        <p:spPr>
          <a:xfrm>
            <a:off x="2628058" y="3816095"/>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4" name="Rectangle 13"/>
          <p:cNvSpPr/>
          <p:nvPr/>
        </p:nvSpPr>
        <p:spPr>
          <a:xfrm>
            <a:off x="6242151" y="3816095"/>
            <a:ext cx="5126583" cy="1008888"/>
          </a:xfrm>
          <a:prstGeom prst="rect">
            <a:avLst/>
          </a:prstGeom>
          <a:solidFill>
            <a:schemeClr val="accent3"/>
          </a:solidFill>
          <a:ln>
            <a:noFill/>
          </a:ln>
          <a:effectLst/>
        </p:spPr>
        <p:txBody>
          <a:bodyPr rtlCol="0" anchor="ctr"/>
          <a:lstStyle/>
          <a:p>
            <a:pPr algn="ctr"/>
          </a:p>
        </p:txBody>
      </p:sp>
      <p:sp>
        <p:nvSpPr>
          <p:cNvPr id="15" name="Rectangle 14"/>
          <p:cNvSpPr/>
          <p:nvPr/>
        </p:nvSpPr>
        <p:spPr>
          <a:xfrm>
            <a:off x="6242151" y="3816095"/>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16" name="TextBox 15"/>
          <p:cNvSpPr txBox="1"/>
          <p:nvPr/>
        </p:nvSpPr>
        <p:spPr>
          <a:xfrm>
            <a:off x="8047250" y="3816095"/>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7" name="Rectangle 16"/>
          <p:cNvSpPr/>
          <p:nvPr/>
        </p:nvSpPr>
        <p:spPr>
          <a:xfrm>
            <a:off x="822960" y="5026151"/>
            <a:ext cx="5126583" cy="1008888"/>
          </a:xfrm>
          <a:prstGeom prst="rect">
            <a:avLst/>
          </a:prstGeom>
          <a:solidFill>
            <a:schemeClr val="accent5"/>
          </a:solidFill>
          <a:ln>
            <a:noFill/>
          </a:ln>
          <a:effectLst/>
        </p:spPr>
        <p:txBody>
          <a:bodyPr rtlCol="0" anchor="ctr"/>
          <a:lstStyle/>
          <a:p>
            <a:pPr algn="ctr"/>
          </a:p>
        </p:txBody>
      </p:sp>
      <p:sp>
        <p:nvSpPr>
          <p:cNvPr id="18" name="Rectangle 17"/>
          <p:cNvSpPr/>
          <p:nvPr/>
        </p:nvSpPr>
        <p:spPr>
          <a:xfrm>
            <a:off x="822960" y="5026151"/>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19" name="TextBox 18"/>
          <p:cNvSpPr txBox="1"/>
          <p:nvPr/>
        </p:nvSpPr>
        <p:spPr>
          <a:xfrm>
            <a:off x="2628058" y="5026151"/>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20" name="Rectangle 19"/>
          <p:cNvSpPr/>
          <p:nvPr/>
        </p:nvSpPr>
        <p:spPr>
          <a:xfrm>
            <a:off x="6242151" y="5026151"/>
            <a:ext cx="5126583" cy="1008888"/>
          </a:xfrm>
          <a:prstGeom prst="rect">
            <a:avLst/>
          </a:prstGeom>
          <a:solidFill>
            <a:schemeClr val="accent4"/>
          </a:solidFill>
          <a:ln>
            <a:noFill/>
          </a:ln>
          <a:effectLst/>
        </p:spPr>
        <p:txBody>
          <a:bodyPr rtlCol="0" anchor="ctr"/>
          <a:lstStyle/>
          <a:p>
            <a:pPr algn="ctr"/>
          </a:p>
        </p:txBody>
      </p:sp>
      <p:sp>
        <p:nvSpPr>
          <p:cNvPr id="21" name="Rectangle 20"/>
          <p:cNvSpPr/>
          <p:nvPr/>
        </p:nvSpPr>
        <p:spPr>
          <a:xfrm>
            <a:off x="6242151" y="5026151"/>
            <a:ext cx="1640506" cy="1008888"/>
          </a:xfrm>
          <a:prstGeom prst="rect">
            <a:avLst/>
          </a:prstGeom>
          <a:solidFill>
            <a:schemeClr val="accent1"/>
          </a:solidFill>
          <a:ln>
            <a:noFill/>
          </a:ln>
          <a:effectLst/>
        </p:spPr>
        <p:txBody>
          <a:bodyPr rtlCol="0" anchor="ctr" wrap="square" lIns="164592" rIns="164592" tIns="109728" bIns="109728"/>
          <a:lstStyle/>
          <a:p>
            <a:pPr algn="r"/>
            <a:r>
              <a:rPr sz="1400" b="1">
                <a:solidFill>
                  <a:schemeClr val="bg1"/>
                </a:solidFill>
                <a:latin typeface="+mn-lt"/>
              </a:rPr>
              <a:t>Lorem Ipsum</a:t>
            </a:r>
          </a:p>
        </p:txBody>
      </p:sp>
      <p:sp>
        <p:nvSpPr>
          <p:cNvPr id="22" name="TextBox 21"/>
          <p:cNvSpPr txBox="1"/>
          <p:nvPr/>
        </p:nvSpPr>
        <p:spPr>
          <a:xfrm>
            <a:off x="8047250" y="5026151"/>
            <a:ext cx="3156892" cy="1008888"/>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a:t>
            </a:r>
          </a:p>
        </p:txBody>
      </p:sp>
      <p:sp>
        <p:nvSpPr>
          <p:cNvPr id="5" name="Rectangle 4"/>
          <p:cNvSpPr/>
          <p:nvPr/>
        </p:nvSpPr>
        <p:spPr>
          <a:xfrm>
            <a:off x="822960" y="2917850"/>
            <a:ext cx="2847359" cy="3117189"/>
          </a:xfrm>
          <a:prstGeom prst="rect">
            <a:avLst/>
          </a:prstGeom>
          <a:solidFill>
            <a:schemeClr val="accent5"/>
          </a:solidFill>
          <a:ln>
            <a:noFill/>
          </a:ln>
          <a:effectLst/>
        </p:spPr>
        <p:txBody>
          <a:bodyPr rtlCol="0" anchor="ctr" wrap="square" lIns="164592" rIns="164592" tIns="109728" bIns="109728"/>
          <a:lstStyle/>
          <a:p>
            <a:pPr algn="l"/>
            <a:r>
              <a:rPr sz="1400" b="1">
                <a:solidFill>
                  <a:schemeClr val="tx1"/>
                </a:solidFill>
                <a:latin typeface="+mn-lt"/>
              </a:rPr>
              <a:t>Lorem ipsum dolor sit amet consectetur adipiscing elit sed do eiusmod tempor incididunt ut labore et dolore magna aliqua ut enim ad minim veniam</a:t>
            </a:r>
          </a:p>
        </p:txBody>
      </p:sp>
      <p:sp>
        <p:nvSpPr>
          <p:cNvPr id="6" name="Rectangle 5"/>
          <p:cNvSpPr/>
          <p:nvPr/>
        </p:nvSpPr>
        <p:spPr>
          <a:xfrm>
            <a:off x="3670319" y="2917850"/>
            <a:ext cx="7698415" cy="3117189"/>
          </a:xfrm>
          <a:prstGeom prst="rect">
            <a:avLst/>
          </a:prstGeom>
          <a:solidFill>
            <a:schemeClr val="bg2"/>
          </a:solidFill>
          <a:ln>
            <a:noFill/>
          </a:ln>
          <a:effectLst/>
        </p:spPr>
        <p:txBody>
          <a:bodyPr rtlCol="0" anchor="ctr"/>
          <a:lstStyle/>
          <a:p>
            <a:pPr algn="ctr"/>
          </a:p>
        </p:txBody>
      </p:sp>
      <p:sp>
        <p:nvSpPr>
          <p:cNvPr id="7" name="Rectangle 6"/>
          <p:cNvSpPr/>
          <p:nvPr/>
        </p:nvSpPr>
        <p:spPr>
          <a:xfrm>
            <a:off x="8579815" y="2566355"/>
            <a:ext cx="2788920" cy="566928"/>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Lorem Ipsum</a:t>
            </a:r>
          </a:p>
        </p:txBody>
      </p:sp>
      <p:sp>
        <p:nvSpPr>
          <p:cNvPr id="8" name="Rectangle 7"/>
          <p:cNvSpPr/>
          <p:nvPr/>
        </p:nvSpPr>
        <p:spPr>
          <a:xfrm>
            <a:off x="3972071" y="3301898"/>
            <a:ext cx="3401151" cy="1211122"/>
          </a:xfrm>
          <a:prstGeom prst="rect">
            <a:avLst/>
          </a:prstGeom>
          <a:solidFill>
            <a:schemeClr val="bg1"/>
          </a:solidFill>
          <a:ln>
            <a:noFill/>
          </a:ln>
          <a:effectLst/>
        </p:spPr>
        <p:txBody>
          <a:bodyPr rtlCol="0" anchor="ctr"/>
          <a:lstStyle/>
          <a:p>
            <a:pPr algn="ctr"/>
          </a:p>
        </p:txBody>
      </p:sp>
      <p:sp>
        <p:nvSpPr>
          <p:cNvPr id="9" name="Rectangle 8"/>
          <p:cNvSpPr/>
          <p:nvPr/>
        </p:nvSpPr>
        <p:spPr>
          <a:xfrm>
            <a:off x="4136663" y="3411626"/>
            <a:ext cx="310896" cy="310896"/>
          </a:xfrm>
          <a:prstGeom prst="rect">
            <a:avLst/>
          </a:prstGeom>
          <a:solidFill>
            <a:schemeClr val="accent4"/>
          </a:solidFill>
          <a:ln>
            <a:noFill/>
          </a:ln>
          <a:effectLst/>
        </p:spPr>
        <p:txBody>
          <a:bodyPr rtlCol="0" anchor="ctr"/>
          <a:lstStyle/>
          <a:p>
            <a:pPr algn="ctr"/>
          </a:p>
        </p:txBody>
      </p:sp>
      <p:sp>
        <p:nvSpPr>
          <p:cNvPr id="10" name="TextBox 9"/>
          <p:cNvSpPr txBox="1"/>
          <p:nvPr/>
        </p:nvSpPr>
        <p:spPr>
          <a:xfrm>
            <a:off x="4612151" y="3384194"/>
            <a:ext cx="25964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1" name="TextBox 10"/>
          <p:cNvSpPr txBox="1"/>
          <p:nvPr/>
        </p:nvSpPr>
        <p:spPr>
          <a:xfrm>
            <a:off x="4136663" y="3795674"/>
            <a:ext cx="3071967" cy="62590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a:t>
            </a:r>
          </a:p>
        </p:txBody>
      </p:sp>
      <p:sp>
        <p:nvSpPr>
          <p:cNvPr id="12" name="Rectangle 11"/>
          <p:cNvSpPr/>
          <p:nvPr/>
        </p:nvSpPr>
        <p:spPr>
          <a:xfrm>
            <a:off x="7665831" y="3301898"/>
            <a:ext cx="3401151" cy="1211122"/>
          </a:xfrm>
          <a:prstGeom prst="rect">
            <a:avLst/>
          </a:prstGeom>
          <a:solidFill>
            <a:schemeClr val="bg1"/>
          </a:solidFill>
          <a:ln>
            <a:noFill/>
          </a:ln>
          <a:effectLst/>
        </p:spPr>
        <p:txBody>
          <a:bodyPr rtlCol="0" anchor="ctr"/>
          <a:lstStyle/>
          <a:p>
            <a:pPr algn="ctr"/>
          </a:p>
        </p:txBody>
      </p:sp>
      <p:sp>
        <p:nvSpPr>
          <p:cNvPr id="13" name="Rectangle 12"/>
          <p:cNvSpPr/>
          <p:nvPr/>
        </p:nvSpPr>
        <p:spPr>
          <a:xfrm>
            <a:off x="7830423" y="3411626"/>
            <a:ext cx="310896" cy="310896"/>
          </a:xfrm>
          <a:prstGeom prst="rect">
            <a:avLst/>
          </a:prstGeom>
          <a:solidFill>
            <a:schemeClr val="accent4"/>
          </a:solidFill>
          <a:ln>
            <a:noFill/>
          </a:ln>
          <a:effectLst/>
        </p:spPr>
        <p:txBody>
          <a:bodyPr rtlCol="0" anchor="ctr"/>
          <a:lstStyle/>
          <a:p>
            <a:pPr algn="ctr"/>
          </a:p>
        </p:txBody>
      </p:sp>
      <p:sp>
        <p:nvSpPr>
          <p:cNvPr id="14" name="TextBox 13"/>
          <p:cNvSpPr txBox="1"/>
          <p:nvPr/>
        </p:nvSpPr>
        <p:spPr>
          <a:xfrm>
            <a:off x="8305911" y="3384194"/>
            <a:ext cx="25964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5" name="TextBox 14"/>
          <p:cNvSpPr txBox="1"/>
          <p:nvPr/>
        </p:nvSpPr>
        <p:spPr>
          <a:xfrm>
            <a:off x="7830423" y="3795674"/>
            <a:ext cx="3071967" cy="62590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a:t>
            </a:r>
          </a:p>
        </p:txBody>
      </p:sp>
      <p:sp>
        <p:nvSpPr>
          <p:cNvPr id="16" name="Rectangle 15"/>
          <p:cNvSpPr/>
          <p:nvPr/>
        </p:nvSpPr>
        <p:spPr>
          <a:xfrm>
            <a:off x="3972071" y="4714189"/>
            <a:ext cx="3401151" cy="1211122"/>
          </a:xfrm>
          <a:prstGeom prst="rect">
            <a:avLst/>
          </a:prstGeom>
          <a:solidFill>
            <a:schemeClr val="bg1"/>
          </a:solidFill>
          <a:ln>
            <a:noFill/>
          </a:ln>
          <a:effectLst/>
        </p:spPr>
        <p:txBody>
          <a:bodyPr rtlCol="0" anchor="ctr"/>
          <a:lstStyle/>
          <a:p>
            <a:pPr algn="ctr"/>
          </a:p>
        </p:txBody>
      </p:sp>
      <p:sp>
        <p:nvSpPr>
          <p:cNvPr id="17" name="Rectangle 16"/>
          <p:cNvSpPr/>
          <p:nvPr/>
        </p:nvSpPr>
        <p:spPr>
          <a:xfrm>
            <a:off x="4136663" y="4823917"/>
            <a:ext cx="310896" cy="310896"/>
          </a:xfrm>
          <a:prstGeom prst="rect">
            <a:avLst/>
          </a:prstGeom>
          <a:solidFill>
            <a:schemeClr val="accent4"/>
          </a:solidFill>
          <a:ln>
            <a:noFill/>
          </a:ln>
          <a:effectLst/>
        </p:spPr>
        <p:txBody>
          <a:bodyPr rtlCol="0" anchor="ctr"/>
          <a:lstStyle/>
          <a:p>
            <a:pPr algn="ctr"/>
          </a:p>
        </p:txBody>
      </p:sp>
      <p:sp>
        <p:nvSpPr>
          <p:cNvPr id="18" name="TextBox 17"/>
          <p:cNvSpPr txBox="1"/>
          <p:nvPr/>
        </p:nvSpPr>
        <p:spPr>
          <a:xfrm>
            <a:off x="4612151" y="4796485"/>
            <a:ext cx="25964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9" name="TextBox 18"/>
          <p:cNvSpPr txBox="1"/>
          <p:nvPr/>
        </p:nvSpPr>
        <p:spPr>
          <a:xfrm>
            <a:off x="4136663" y="5207965"/>
            <a:ext cx="3071967" cy="62590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a:t>
            </a:r>
          </a:p>
        </p:txBody>
      </p:sp>
      <p:sp>
        <p:nvSpPr>
          <p:cNvPr id="20" name="Rectangle 19"/>
          <p:cNvSpPr/>
          <p:nvPr/>
        </p:nvSpPr>
        <p:spPr>
          <a:xfrm>
            <a:off x="7665831" y="4714189"/>
            <a:ext cx="3401151" cy="1211122"/>
          </a:xfrm>
          <a:prstGeom prst="rect">
            <a:avLst/>
          </a:prstGeom>
          <a:solidFill>
            <a:schemeClr val="bg1"/>
          </a:solidFill>
          <a:ln>
            <a:noFill/>
          </a:ln>
          <a:effectLst/>
        </p:spPr>
        <p:txBody>
          <a:bodyPr rtlCol="0" anchor="ctr"/>
          <a:lstStyle/>
          <a:p>
            <a:pPr algn="ctr"/>
          </a:p>
        </p:txBody>
      </p:sp>
      <p:sp>
        <p:nvSpPr>
          <p:cNvPr id="21" name="Rectangle 20"/>
          <p:cNvSpPr/>
          <p:nvPr/>
        </p:nvSpPr>
        <p:spPr>
          <a:xfrm>
            <a:off x="7830423" y="4823917"/>
            <a:ext cx="310896" cy="310896"/>
          </a:xfrm>
          <a:prstGeom prst="rect">
            <a:avLst/>
          </a:prstGeom>
          <a:solidFill>
            <a:schemeClr val="accent4"/>
          </a:solidFill>
          <a:ln>
            <a:noFill/>
          </a:ln>
          <a:effectLst/>
        </p:spPr>
        <p:txBody>
          <a:bodyPr rtlCol="0" anchor="ctr"/>
          <a:lstStyle/>
          <a:p>
            <a:pPr algn="ctr"/>
          </a:p>
        </p:txBody>
      </p:sp>
      <p:sp>
        <p:nvSpPr>
          <p:cNvPr id="22" name="TextBox 21"/>
          <p:cNvSpPr txBox="1"/>
          <p:nvPr/>
        </p:nvSpPr>
        <p:spPr>
          <a:xfrm>
            <a:off x="8305911" y="4796485"/>
            <a:ext cx="25964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23" name="TextBox 22"/>
          <p:cNvSpPr txBox="1"/>
          <p:nvPr/>
        </p:nvSpPr>
        <p:spPr>
          <a:xfrm>
            <a:off x="7830423" y="5207965"/>
            <a:ext cx="3071967" cy="62590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Oval 3"/>
          <p:cNvSpPr/>
          <p:nvPr/>
        </p:nvSpPr>
        <p:spPr>
          <a:xfrm>
            <a:off x="4564227" y="2468880"/>
            <a:ext cx="3063240" cy="3063240"/>
          </a:xfrm>
          <a:prstGeom prst="ellipse">
            <a:avLst/>
          </a:prstGeom>
          <a:solidFill>
            <a:schemeClr val="accent5"/>
          </a:solidFill>
          <a:ln>
            <a:noFill/>
          </a:ln>
          <a:effectLst/>
        </p:spPr>
        <p:txBody>
          <a:bodyPr rtlCol="0" anchor="ctr"/>
          <a:lstStyle/>
          <a:p>
            <a:pPr algn="ctr"/>
          </a:p>
        </p:txBody>
      </p:sp>
      <p:sp>
        <p:nvSpPr>
          <p:cNvPr id="5" name="Oval 4"/>
          <p:cNvSpPr/>
          <p:nvPr/>
        </p:nvSpPr>
        <p:spPr>
          <a:xfrm>
            <a:off x="5387187" y="3291840"/>
            <a:ext cx="1417320" cy="1417320"/>
          </a:xfrm>
          <a:prstGeom prst="ellipse">
            <a:avLst/>
          </a:prstGeom>
          <a:solidFill>
            <a:schemeClr val="bg1"/>
          </a:solidFill>
          <a:ln>
            <a:noFill/>
          </a:ln>
          <a:effectLst/>
        </p:spPr>
        <p:txBody>
          <a:bodyPr rtlCol="0" anchor="ctr" wrap="none" lIns="164592" rIns="164592" tIns="109728" bIns="109728"/>
          <a:lstStyle/>
          <a:p>
            <a:pPr algn="ctr"/>
            <a:r>
              <a:rPr sz="1800" b="1">
                <a:solidFill>
                  <a:schemeClr val="tx1"/>
                </a:solidFill>
                <a:latin typeface="+mn-lt"/>
              </a:rPr>
              <a:t>Lorem</a:t>
            </a:r>
          </a:p>
        </p:txBody>
      </p:sp>
      <p:sp>
        <p:nvSpPr>
          <p:cNvPr id="6" name="Oval 5"/>
          <p:cNvSpPr/>
          <p:nvPr/>
        </p:nvSpPr>
        <p:spPr>
          <a:xfrm>
            <a:off x="5416431" y="2880908"/>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1</a:t>
            </a:r>
          </a:p>
        </p:txBody>
      </p:sp>
      <p:sp>
        <p:nvSpPr>
          <p:cNvPr id="7" name="TextBox 6"/>
          <p:cNvSpPr txBox="1"/>
          <p:nvPr/>
        </p:nvSpPr>
        <p:spPr>
          <a:xfrm>
            <a:off x="822960" y="2043684"/>
            <a:ext cx="3063240" cy="960120"/>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8" name="Oval 7"/>
          <p:cNvSpPr/>
          <p:nvPr/>
        </p:nvSpPr>
        <p:spPr>
          <a:xfrm>
            <a:off x="4363059" y="3799332"/>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2</a:t>
            </a:r>
          </a:p>
        </p:txBody>
      </p:sp>
      <p:sp>
        <p:nvSpPr>
          <p:cNvPr id="9" name="TextBox 8"/>
          <p:cNvSpPr txBox="1"/>
          <p:nvPr/>
        </p:nvSpPr>
        <p:spPr>
          <a:xfrm>
            <a:off x="822960" y="3525012"/>
            <a:ext cx="3063240" cy="960120"/>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10" name="Oval 9"/>
          <p:cNvSpPr/>
          <p:nvPr/>
        </p:nvSpPr>
        <p:spPr>
          <a:xfrm>
            <a:off x="5416431" y="4717755"/>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3</a:t>
            </a:r>
          </a:p>
        </p:txBody>
      </p:sp>
      <p:sp>
        <p:nvSpPr>
          <p:cNvPr id="11" name="TextBox 10"/>
          <p:cNvSpPr txBox="1"/>
          <p:nvPr/>
        </p:nvSpPr>
        <p:spPr>
          <a:xfrm>
            <a:off x="822960" y="5006340"/>
            <a:ext cx="3063240" cy="960120"/>
          </a:xfrm>
          <a:prstGeom prst="rect">
            <a:avLst/>
          </a:prstGeom>
          <a:noFill/>
        </p:spPr>
        <p:txBody>
          <a:bodyPr wrap="square" anchor="ctr" lIns="0" rIns="0" tIns="0" bIns="0">
            <a:spAutoFit/>
          </a:bodyPr>
          <a:lstStyle/>
          <a:p>
            <a:pPr algn="r"/>
            <a:r>
              <a:rPr sz="1800" b="1">
                <a:solidFill>
                  <a:schemeClr val="tx1"/>
                </a:solidFill>
                <a:latin typeface="+mn-lt"/>
              </a:rPr>
              <a:t>Lorem Ipsum</a:t>
            </a:r>
          </a:p>
          <a:p>
            <a:pPr algn="r"/>
            <a:r>
              <a:rPr sz="1400" b="0">
                <a:solidFill>
                  <a:schemeClr val="tx1"/>
                </a:solidFill>
                <a:latin typeface="+mn-lt"/>
              </a:rPr>
              <a:t>Lorem ipsum dolor sit amet</a:t>
            </a:r>
          </a:p>
        </p:txBody>
      </p:sp>
      <p:sp>
        <p:nvSpPr>
          <p:cNvPr id="12" name="Oval 11"/>
          <p:cNvSpPr/>
          <p:nvPr/>
        </p:nvSpPr>
        <p:spPr>
          <a:xfrm>
            <a:off x="6372927" y="2880908"/>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4</a:t>
            </a:r>
          </a:p>
        </p:txBody>
      </p:sp>
      <p:sp>
        <p:nvSpPr>
          <p:cNvPr id="13" name="TextBox 12"/>
          <p:cNvSpPr txBox="1"/>
          <p:nvPr/>
        </p:nvSpPr>
        <p:spPr>
          <a:xfrm>
            <a:off x="8305495" y="2043684"/>
            <a:ext cx="3063240" cy="960120"/>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a:t>
            </a:r>
          </a:p>
        </p:txBody>
      </p:sp>
      <p:sp>
        <p:nvSpPr>
          <p:cNvPr id="14" name="Oval 13"/>
          <p:cNvSpPr/>
          <p:nvPr/>
        </p:nvSpPr>
        <p:spPr>
          <a:xfrm>
            <a:off x="7426299" y="3799332"/>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5</a:t>
            </a:r>
          </a:p>
        </p:txBody>
      </p:sp>
      <p:sp>
        <p:nvSpPr>
          <p:cNvPr id="15" name="TextBox 14"/>
          <p:cNvSpPr txBox="1"/>
          <p:nvPr/>
        </p:nvSpPr>
        <p:spPr>
          <a:xfrm>
            <a:off x="8305495" y="3525012"/>
            <a:ext cx="3063240" cy="960120"/>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a:t>
            </a:r>
          </a:p>
        </p:txBody>
      </p:sp>
      <p:sp>
        <p:nvSpPr>
          <p:cNvPr id="16" name="Oval 15"/>
          <p:cNvSpPr/>
          <p:nvPr/>
        </p:nvSpPr>
        <p:spPr>
          <a:xfrm>
            <a:off x="6372927" y="4717755"/>
            <a:ext cx="402336" cy="402336"/>
          </a:xfrm>
          <a:prstGeom prst="ellipse">
            <a:avLst/>
          </a:prstGeom>
          <a:solidFill>
            <a:schemeClr val="accent1"/>
          </a:solidFill>
          <a:ln>
            <a:noFill/>
          </a:ln>
          <a:effectLst/>
        </p:spPr>
        <p:txBody>
          <a:bodyPr rtlCol="0" anchor="ctr" wrap="none" lIns="0" rIns="0" tIns="0" bIns="0"/>
          <a:lstStyle/>
          <a:p>
            <a:pPr algn="ctr"/>
            <a:r>
              <a:rPr sz="1400" b="1">
                <a:solidFill>
                  <a:schemeClr val="bg1"/>
                </a:solidFill>
                <a:latin typeface="+mn-lt"/>
              </a:rPr>
              <a:t>6</a:t>
            </a:r>
          </a:p>
        </p:txBody>
      </p:sp>
      <p:sp>
        <p:nvSpPr>
          <p:cNvPr id="17" name="TextBox 16"/>
          <p:cNvSpPr txBox="1"/>
          <p:nvPr/>
        </p:nvSpPr>
        <p:spPr>
          <a:xfrm>
            <a:off x="8305495" y="5006340"/>
            <a:ext cx="3063240" cy="960120"/>
          </a:xfrm>
          <a:prstGeom prst="rect">
            <a:avLst/>
          </a:prstGeom>
          <a:noFill/>
        </p:spPr>
        <p:txBody>
          <a:bodyPr wrap="square" anchor="ctr"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2826657" y="1965960"/>
            <a:ext cx="6538380" cy="1234440"/>
          </a:xfrm>
          <a:prstGeom prst="rect">
            <a:avLst/>
          </a:prstGeom>
          <a:solidFill>
            <a:schemeClr val="accent1"/>
          </a:solidFill>
          <a:ln>
            <a:noFill/>
          </a:ln>
          <a:effectLst/>
        </p:spPr>
        <p:txBody>
          <a:bodyPr rtlCol="0" anchor="ctr"/>
          <a:lstStyle/>
          <a:p>
            <a:pPr algn="ctr"/>
          </a:p>
        </p:txBody>
      </p:sp>
      <p:sp>
        <p:nvSpPr>
          <p:cNvPr id="5" name="TextBox 4"/>
          <p:cNvSpPr txBox="1"/>
          <p:nvPr/>
        </p:nvSpPr>
        <p:spPr>
          <a:xfrm>
            <a:off x="2991249" y="2130552"/>
            <a:ext cx="6209196" cy="438912"/>
          </a:xfrm>
          <a:prstGeom prst="rect">
            <a:avLst/>
          </a:prstGeom>
          <a:noFill/>
        </p:spPr>
        <p:txBody>
          <a:bodyPr wrap="square" anchor="t" lIns="0" rIns="0" tIns="0" bIns="0">
            <a:spAutoFit/>
          </a:bodyPr>
          <a:lstStyle/>
          <a:p>
            <a:pPr algn="ctr"/>
            <a:r>
              <a:rPr sz="2000" b="1">
                <a:solidFill>
                  <a:schemeClr val="bg1"/>
                </a:solidFill>
                <a:latin typeface="+mn-lt"/>
              </a:rPr>
              <a:t>Lorem Ipsum Dolor</a:t>
            </a:r>
          </a:p>
        </p:txBody>
      </p:sp>
      <p:sp>
        <p:nvSpPr>
          <p:cNvPr id="6" name="TextBox 5"/>
          <p:cNvSpPr txBox="1"/>
          <p:nvPr/>
        </p:nvSpPr>
        <p:spPr>
          <a:xfrm>
            <a:off x="2991249" y="2587752"/>
            <a:ext cx="6209196" cy="502920"/>
          </a:xfrm>
          <a:prstGeom prst="rect">
            <a:avLst/>
          </a:prstGeom>
          <a:noFill/>
        </p:spPr>
        <p:txBody>
          <a:bodyPr wrap="square" anchor="t" lIns="0" rIns="0" tIns="0" bIns="0">
            <a:spAutoFit/>
          </a:bodyPr>
          <a:lstStyle/>
          <a:p>
            <a:pPr algn="ctr"/>
            <a:r>
              <a:rPr sz="1400" b="0">
                <a:solidFill>
                  <a:schemeClr val="bg1"/>
                </a:solidFill>
                <a:latin typeface="+mn-lt"/>
              </a:rPr>
              <a:t>Lorem ipsum dolor sit amet consectetur adipiscing elit sed do</a:t>
            </a:r>
          </a:p>
        </p:txBody>
      </p:sp>
      <p:sp>
        <p:nvSpPr>
          <p:cNvPr id="7" name="Rectangle 6"/>
          <p:cNvSpPr/>
          <p:nvPr/>
        </p:nvSpPr>
        <p:spPr>
          <a:xfrm>
            <a:off x="6077559" y="3200400"/>
            <a:ext cx="36576" cy="347472"/>
          </a:xfrm>
          <a:prstGeom prst="rect">
            <a:avLst/>
          </a:prstGeom>
          <a:solidFill>
            <a:schemeClr val="accent4"/>
          </a:solidFill>
          <a:ln>
            <a:noFill/>
          </a:ln>
          <a:effectLst/>
        </p:spPr>
        <p:txBody>
          <a:bodyPr rtlCol="0" anchor="ctr"/>
          <a:lstStyle/>
          <a:p>
            <a:pPr algn="ctr"/>
          </a:p>
        </p:txBody>
      </p:sp>
      <p:sp>
        <p:nvSpPr>
          <p:cNvPr id="8" name="Rectangle 7"/>
          <p:cNvSpPr/>
          <p:nvPr/>
        </p:nvSpPr>
        <p:spPr>
          <a:xfrm>
            <a:off x="2064372" y="3547872"/>
            <a:ext cx="8062950" cy="36576"/>
          </a:xfrm>
          <a:prstGeom prst="rect">
            <a:avLst/>
          </a:prstGeom>
          <a:solidFill>
            <a:schemeClr val="accent4"/>
          </a:solidFill>
          <a:ln>
            <a:noFill/>
          </a:ln>
          <a:effectLst/>
        </p:spPr>
        <p:txBody>
          <a:bodyPr rtlCol="0" anchor="ctr"/>
          <a:lstStyle/>
          <a:p>
            <a:pPr algn="ctr"/>
          </a:p>
        </p:txBody>
      </p:sp>
      <p:sp>
        <p:nvSpPr>
          <p:cNvPr id="9" name="Rectangle 8"/>
          <p:cNvSpPr/>
          <p:nvPr/>
        </p:nvSpPr>
        <p:spPr>
          <a:xfrm>
            <a:off x="2046084" y="3547872"/>
            <a:ext cx="36576" cy="274320"/>
          </a:xfrm>
          <a:prstGeom prst="rect">
            <a:avLst/>
          </a:prstGeom>
          <a:solidFill>
            <a:schemeClr val="accent4"/>
          </a:solidFill>
          <a:ln>
            <a:noFill/>
          </a:ln>
          <a:effectLst/>
        </p:spPr>
        <p:txBody>
          <a:bodyPr rtlCol="0" anchor="ctr"/>
          <a:lstStyle/>
          <a:p>
            <a:pPr algn="ctr"/>
          </a:p>
        </p:txBody>
      </p:sp>
      <p:sp>
        <p:nvSpPr>
          <p:cNvPr id="10" name="Rectangle 9"/>
          <p:cNvSpPr/>
          <p:nvPr/>
        </p:nvSpPr>
        <p:spPr>
          <a:xfrm>
            <a:off x="822960" y="3822191"/>
            <a:ext cx="2482824" cy="2212847"/>
          </a:xfrm>
          <a:prstGeom prst="rect">
            <a:avLst/>
          </a:prstGeom>
          <a:solidFill>
            <a:schemeClr val="accent6"/>
          </a:solidFill>
          <a:ln>
            <a:noFill/>
          </a:ln>
          <a:effectLst/>
        </p:spPr>
        <p:txBody>
          <a:bodyPr rtlCol="0" anchor="ctr" wrap="square" lIns="164592" rIns="164592" tIns="109728" bIns="109728"/>
          <a:lstStyle/>
          <a:p>
            <a:pPr algn="ctr"/>
            <a:r>
              <a:rPr sz="1800" b="1">
                <a:solidFill>
                  <a:schemeClr val="bg1"/>
                </a:solidFill>
                <a:latin typeface="+mn-lt"/>
              </a:rPr>
              <a:t>Lorem ipsum dolor sit amet consectetur adipiscing elit sed do eiusmod tempor</a:t>
            </a:r>
          </a:p>
        </p:txBody>
      </p:sp>
      <p:sp>
        <p:nvSpPr>
          <p:cNvPr id="11" name="Rectangle 10"/>
          <p:cNvSpPr/>
          <p:nvPr/>
        </p:nvSpPr>
        <p:spPr>
          <a:xfrm>
            <a:off x="4733734" y="3547872"/>
            <a:ext cx="36576" cy="274320"/>
          </a:xfrm>
          <a:prstGeom prst="rect">
            <a:avLst/>
          </a:prstGeom>
          <a:solidFill>
            <a:schemeClr val="accent4"/>
          </a:solidFill>
          <a:ln>
            <a:noFill/>
          </a:ln>
          <a:effectLst/>
        </p:spPr>
        <p:txBody>
          <a:bodyPr rtlCol="0" anchor="ctr"/>
          <a:lstStyle/>
          <a:p>
            <a:pPr algn="ctr"/>
          </a:p>
        </p:txBody>
      </p:sp>
      <p:sp>
        <p:nvSpPr>
          <p:cNvPr id="12" name="Rectangle 11"/>
          <p:cNvSpPr/>
          <p:nvPr/>
        </p:nvSpPr>
        <p:spPr>
          <a:xfrm>
            <a:off x="3510610" y="3822191"/>
            <a:ext cx="2482824" cy="2212847"/>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Lorem ipsum dolor sit amet consectetur adipiscing elit sed do eiusmod tempor</a:t>
            </a:r>
          </a:p>
        </p:txBody>
      </p:sp>
      <p:sp>
        <p:nvSpPr>
          <p:cNvPr id="13" name="Rectangle 12"/>
          <p:cNvSpPr/>
          <p:nvPr/>
        </p:nvSpPr>
        <p:spPr>
          <a:xfrm>
            <a:off x="7421384" y="3547872"/>
            <a:ext cx="36576" cy="274320"/>
          </a:xfrm>
          <a:prstGeom prst="rect">
            <a:avLst/>
          </a:prstGeom>
          <a:solidFill>
            <a:schemeClr val="accent4"/>
          </a:solidFill>
          <a:ln>
            <a:noFill/>
          </a:ln>
          <a:effectLst/>
        </p:spPr>
        <p:txBody>
          <a:bodyPr rtlCol="0" anchor="ctr"/>
          <a:lstStyle/>
          <a:p>
            <a:pPr algn="ctr"/>
          </a:p>
        </p:txBody>
      </p:sp>
      <p:sp>
        <p:nvSpPr>
          <p:cNvPr id="14" name="Rectangle 13"/>
          <p:cNvSpPr/>
          <p:nvPr/>
        </p:nvSpPr>
        <p:spPr>
          <a:xfrm>
            <a:off x="6198260" y="3822191"/>
            <a:ext cx="2482824" cy="2212847"/>
          </a:xfrm>
          <a:prstGeom prst="rect">
            <a:avLst/>
          </a:prstGeom>
          <a:solidFill>
            <a:schemeClr val="accent1"/>
          </a:solidFill>
          <a:ln>
            <a:noFill/>
          </a:ln>
          <a:effectLst/>
        </p:spPr>
        <p:txBody>
          <a:bodyPr rtlCol="0" anchor="ctr" wrap="square" lIns="164592" rIns="164592" tIns="109728" bIns="109728"/>
          <a:lstStyle/>
          <a:p>
            <a:pPr algn="ctr"/>
            <a:r>
              <a:rPr sz="1800" b="1">
                <a:solidFill>
                  <a:schemeClr val="bg1"/>
                </a:solidFill>
                <a:latin typeface="+mn-lt"/>
              </a:rPr>
              <a:t>Lorem ipsum dolor sit amet consectetur adipiscing elit sed do eiusmod tempor</a:t>
            </a:r>
          </a:p>
        </p:txBody>
      </p:sp>
      <p:sp>
        <p:nvSpPr>
          <p:cNvPr id="15" name="Rectangle 14"/>
          <p:cNvSpPr/>
          <p:nvPr/>
        </p:nvSpPr>
        <p:spPr>
          <a:xfrm>
            <a:off x="10109034" y="3547872"/>
            <a:ext cx="36576" cy="274320"/>
          </a:xfrm>
          <a:prstGeom prst="rect">
            <a:avLst/>
          </a:prstGeom>
          <a:solidFill>
            <a:schemeClr val="accent4"/>
          </a:solidFill>
          <a:ln>
            <a:noFill/>
          </a:ln>
          <a:effectLst/>
        </p:spPr>
        <p:txBody>
          <a:bodyPr rtlCol="0" anchor="ctr"/>
          <a:lstStyle/>
          <a:p>
            <a:pPr algn="ctr"/>
          </a:p>
        </p:txBody>
      </p:sp>
      <p:sp>
        <p:nvSpPr>
          <p:cNvPr id="16" name="Rectangle 15"/>
          <p:cNvSpPr/>
          <p:nvPr/>
        </p:nvSpPr>
        <p:spPr>
          <a:xfrm>
            <a:off x="8885910" y="3822191"/>
            <a:ext cx="2482824" cy="2212847"/>
          </a:xfrm>
          <a:prstGeom prst="rect">
            <a:avLst/>
          </a:prstGeom>
          <a:solidFill>
            <a:schemeClr val="accent4"/>
          </a:solidFill>
          <a:ln>
            <a:noFill/>
          </a:ln>
          <a:effectLst/>
        </p:spPr>
        <p:txBody>
          <a:bodyPr rtlCol="0" anchor="ctr" wrap="square" lIns="164592" rIns="164592" tIns="109728" bIns="109728"/>
          <a:lstStyle/>
          <a:p>
            <a:pPr algn="ctr"/>
            <a:r>
              <a:rPr sz="1800" b="1">
                <a:solidFill>
                  <a:schemeClr val="tx1"/>
                </a:solidFill>
                <a:latin typeface="+mn-lt"/>
              </a:rPr>
              <a:t>Lorem ipsum dolor sit amet consectetur adipiscing elit sed do eiusmod tempor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7711135" y="1965960"/>
            <a:ext cx="594360" cy="347472"/>
          </a:xfrm>
          <a:prstGeom prst="rect">
            <a:avLst/>
          </a:prstGeom>
          <a:noFill/>
        </p:spPr>
        <p:txBody>
          <a:bodyPr wrap="square" anchor="ctr" lIns="0" rIns="0" tIns="0" bIns="0">
            <a:spAutoFit/>
          </a:bodyPr>
          <a:lstStyle/>
          <a:p>
            <a:pPr algn="r"/>
            <a:r>
              <a:rPr sz="1400" b="1">
                <a:solidFill>
                  <a:schemeClr val="tx1"/>
                </a:solidFill>
                <a:latin typeface="+mn-lt"/>
              </a:rPr>
              <a:t>Lorem</a:t>
            </a:r>
          </a:p>
        </p:txBody>
      </p:sp>
      <p:sp>
        <p:nvSpPr>
          <p:cNvPr id="5" name="Rectangle 4"/>
          <p:cNvSpPr/>
          <p:nvPr/>
        </p:nvSpPr>
        <p:spPr>
          <a:xfrm>
            <a:off x="8351215" y="1965960"/>
            <a:ext cx="685800" cy="347472"/>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AA</a:t>
            </a:r>
          </a:p>
        </p:txBody>
      </p:sp>
      <p:sp>
        <p:nvSpPr>
          <p:cNvPr id="6" name="Rectangle 5"/>
          <p:cNvSpPr/>
          <p:nvPr/>
        </p:nvSpPr>
        <p:spPr>
          <a:xfrm>
            <a:off x="9128455" y="1965960"/>
            <a:ext cx="685800" cy="347472"/>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AA</a:t>
            </a:r>
          </a:p>
        </p:txBody>
      </p:sp>
      <p:sp>
        <p:nvSpPr>
          <p:cNvPr id="7" name="Rectangle 6"/>
          <p:cNvSpPr/>
          <p:nvPr/>
        </p:nvSpPr>
        <p:spPr>
          <a:xfrm>
            <a:off x="9905695" y="1965960"/>
            <a:ext cx="685800" cy="347472"/>
          </a:xfrm>
          <a:prstGeom prst="rect">
            <a:avLst/>
          </a:prstGeom>
          <a:solidFill>
            <a:schemeClr val="accent4"/>
          </a:solidFill>
          <a:ln>
            <a:noFill/>
          </a:ln>
          <a:effectLst/>
        </p:spPr>
        <p:txBody>
          <a:bodyPr rtlCol="0" anchor="ctr" wrap="square" lIns="164592" rIns="164592" tIns="109728" bIns="109728"/>
          <a:lstStyle/>
          <a:p>
            <a:pPr algn="ctr"/>
            <a:r>
              <a:rPr sz="1400" b="1">
                <a:solidFill>
                  <a:schemeClr val="tx1"/>
                </a:solidFill>
                <a:latin typeface="+mn-lt"/>
              </a:rPr>
              <a:t>AA</a:t>
            </a:r>
          </a:p>
        </p:txBody>
      </p:sp>
      <p:sp>
        <p:nvSpPr>
          <p:cNvPr id="8" name="Rectangle 7"/>
          <p:cNvSpPr/>
          <p:nvPr/>
        </p:nvSpPr>
        <p:spPr>
          <a:xfrm>
            <a:off x="10682935" y="1965960"/>
            <a:ext cx="685800" cy="347472"/>
          </a:xfrm>
          <a:prstGeom prst="rect">
            <a:avLst/>
          </a:prstGeom>
          <a:solidFill>
            <a:schemeClr val="accent5"/>
          </a:solidFill>
          <a:ln>
            <a:noFill/>
          </a:ln>
          <a:effectLst/>
        </p:spPr>
        <p:txBody>
          <a:bodyPr rtlCol="0" anchor="ctr" wrap="square" lIns="164592" rIns="164592" tIns="109728" bIns="109728"/>
          <a:lstStyle/>
          <a:p>
            <a:pPr algn="ctr"/>
            <a:r>
              <a:rPr sz="1400" b="1">
                <a:solidFill>
                  <a:schemeClr val="tx1"/>
                </a:solidFill>
                <a:latin typeface="+mn-lt"/>
              </a:rPr>
              <a:t>AA</a:t>
            </a:r>
          </a:p>
        </p:txBody>
      </p:sp>
      <p:sp>
        <p:nvSpPr>
          <p:cNvPr id="9" name="Rectangle 8"/>
          <p:cNvSpPr/>
          <p:nvPr/>
        </p:nvSpPr>
        <p:spPr>
          <a:xfrm>
            <a:off x="822960" y="2514600"/>
            <a:ext cx="10545775" cy="1269918"/>
          </a:xfrm>
          <a:prstGeom prst="rect">
            <a:avLst/>
          </a:prstGeom>
          <a:solidFill>
            <a:schemeClr val="bg2"/>
          </a:solidFill>
          <a:ln>
            <a:noFill/>
          </a:ln>
          <a:effectLst/>
        </p:spPr>
        <p:txBody>
          <a:bodyPr rtlCol="0" anchor="ctr"/>
          <a:lstStyle/>
          <a:p>
            <a:pPr algn="ctr"/>
          </a:p>
        </p:txBody>
      </p:sp>
      <p:sp>
        <p:nvSpPr>
          <p:cNvPr id="10" name="TextBox 9"/>
          <p:cNvSpPr txBox="1"/>
          <p:nvPr/>
        </p:nvSpPr>
        <p:spPr>
          <a:xfrm>
            <a:off x="987552" y="2514600"/>
            <a:ext cx="2459736" cy="1269918"/>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 elit</a:t>
            </a:r>
          </a:p>
        </p:txBody>
      </p:sp>
      <p:sp>
        <p:nvSpPr>
          <p:cNvPr id="11" name="Rectangle 10"/>
          <p:cNvSpPr/>
          <p:nvPr/>
        </p:nvSpPr>
        <p:spPr>
          <a:xfrm>
            <a:off x="3611879" y="2578608"/>
            <a:ext cx="7592263" cy="479511"/>
          </a:xfrm>
          <a:prstGeom prst="rect">
            <a:avLst/>
          </a:prstGeom>
          <a:solidFill>
            <a:schemeClr val="bg1"/>
          </a:solidFill>
          <a:ln>
            <a:noFill/>
          </a:ln>
          <a:effectLst/>
        </p:spPr>
        <p:txBody>
          <a:bodyPr rtlCol="0" anchor="ctr"/>
          <a:lstStyle/>
          <a:p>
            <a:pPr algn="ctr"/>
          </a:p>
        </p:txBody>
      </p:sp>
      <p:sp>
        <p:nvSpPr>
          <p:cNvPr id="12" name="Rectangle 11"/>
          <p:cNvSpPr/>
          <p:nvPr/>
        </p:nvSpPr>
        <p:spPr>
          <a:xfrm>
            <a:off x="3776472" y="2670048"/>
            <a:ext cx="685800" cy="296631"/>
          </a:xfrm>
          <a:prstGeom prst="rect">
            <a:avLst/>
          </a:prstGeom>
          <a:solidFill>
            <a:schemeClr val="accent1"/>
          </a:solidFill>
          <a:ln>
            <a:noFill/>
          </a:ln>
          <a:effectLst/>
        </p:spPr>
        <p:txBody>
          <a:bodyPr rtlCol="0" anchor="ctr" wrap="square" lIns="164592" rIns="164592" tIns="109728" bIns="109728"/>
          <a:lstStyle/>
          <a:p>
            <a:pPr algn="ctr"/>
            <a:r>
              <a:rPr sz="1400" b="1">
                <a:solidFill>
                  <a:schemeClr val="bg1"/>
                </a:solidFill>
                <a:latin typeface="+mn-lt"/>
              </a:rPr>
              <a:t>AA</a:t>
            </a:r>
          </a:p>
        </p:txBody>
      </p:sp>
      <p:sp>
        <p:nvSpPr>
          <p:cNvPr id="13" name="TextBox 12"/>
          <p:cNvSpPr txBox="1"/>
          <p:nvPr/>
        </p:nvSpPr>
        <p:spPr>
          <a:xfrm>
            <a:off x="4572000" y="2578608"/>
            <a:ext cx="4892040" cy="479511"/>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a:t>
            </a:r>
          </a:p>
        </p:txBody>
      </p:sp>
      <p:sp>
        <p:nvSpPr>
          <p:cNvPr id="14" name="TextBox 13"/>
          <p:cNvSpPr txBox="1"/>
          <p:nvPr/>
        </p:nvSpPr>
        <p:spPr>
          <a:xfrm>
            <a:off x="8351215" y="2578608"/>
            <a:ext cx="2670048" cy="479511"/>
          </a:xfrm>
          <a:prstGeom prst="rect">
            <a:avLst/>
          </a:prstGeom>
          <a:noFill/>
        </p:spPr>
        <p:txBody>
          <a:bodyPr wrap="square" anchor="ctr" lIns="0" rIns="0" tIns="0" bIns="0">
            <a:spAutoFit/>
          </a:bodyPr>
          <a:lstStyle/>
          <a:p>
            <a:pPr algn="r"/>
            <a:r>
              <a:rPr sz="1400" b="0">
                <a:solidFill>
                  <a:schemeClr val="accent2"/>
                </a:solidFill>
                <a:latin typeface="+mn-lt"/>
              </a:rPr>
              <a:t>Lorem Ipsum</a:t>
            </a:r>
          </a:p>
        </p:txBody>
      </p:sp>
      <p:sp>
        <p:nvSpPr>
          <p:cNvPr id="15" name="Rectangle 14"/>
          <p:cNvSpPr/>
          <p:nvPr/>
        </p:nvSpPr>
        <p:spPr>
          <a:xfrm>
            <a:off x="3611879" y="3149559"/>
            <a:ext cx="7592263" cy="479511"/>
          </a:xfrm>
          <a:prstGeom prst="rect">
            <a:avLst/>
          </a:prstGeom>
          <a:solidFill>
            <a:schemeClr val="bg1"/>
          </a:solidFill>
          <a:ln>
            <a:noFill/>
          </a:ln>
          <a:effectLst/>
        </p:spPr>
        <p:txBody>
          <a:bodyPr rtlCol="0" anchor="ctr"/>
          <a:lstStyle/>
          <a:p>
            <a:pPr algn="ctr"/>
          </a:p>
        </p:txBody>
      </p:sp>
      <p:sp>
        <p:nvSpPr>
          <p:cNvPr id="16" name="Rectangle 15"/>
          <p:cNvSpPr/>
          <p:nvPr/>
        </p:nvSpPr>
        <p:spPr>
          <a:xfrm>
            <a:off x="3776472" y="3240999"/>
            <a:ext cx="685800" cy="296631"/>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AA</a:t>
            </a:r>
          </a:p>
        </p:txBody>
      </p:sp>
      <p:sp>
        <p:nvSpPr>
          <p:cNvPr id="17" name="TextBox 16"/>
          <p:cNvSpPr txBox="1"/>
          <p:nvPr/>
        </p:nvSpPr>
        <p:spPr>
          <a:xfrm>
            <a:off x="4572000" y="3149559"/>
            <a:ext cx="4892040" cy="479511"/>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a:t>
            </a:r>
          </a:p>
        </p:txBody>
      </p:sp>
      <p:sp>
        <p:nvSpPr>
          <p:cNvPr id="18" name="TextBox 17"/>
          <p:cNvSpPr txBox="1"/>
          <p:nvPr/>
        </p:nvSpPr>
        <p:spPr>
          <a:xfrm>
            <a:off x="8351215" y="3149559"/>
            <a:ext cx="2670048" cy="479511"/>
          </a:xfrm>
          <a:prstGeom prst="rect">
            <a:avLst/>
          </a:prstGeom>
          <a:noFill/>
        </p:spPr>
        <p:txBody>
          <a:bodyPr wrap="square" anchor="ctr" lIns="0" rIns="0" tIns="0" bIns="0">
            <a:spAutoFit/>
          </a:bodyPr>
          <a:lstStyle/>
          <a:p>
            <a:pPr algn="r"/>
            <a:r>
              <a:rPr sz="1400" b="0">
                <a:solidFill>
                  <a:schemeClr val="accent2"/>
                </a:solidFill>
                <a:latin typeface="+mn-lt"/>
              </a:rPr>
              <a:t>Lorem Ipsum</a:t>
            </a:r>
          </a:p>
        </p:txBody>
      </p:sp>
      <p:sp>
        <p:nvSpPr>
          <p:cNvPr id="19" name="Rectangle 18"/>
          <p:cNvSpPr/>
          <p:nvPr/>
        </p:nvSpPr>
        <p:spPr>
          <a:xfrm>
            <a:off x="822960" y="3925336"/>
            <a:ext cx="10545775" cy="1269918"/>
          </a:xfrm>
          <a:prstGeom prst="rect">
            <a:avLst/>
          </a:prstGeom>
          <a:solidFill>
            <a:schemeClr val="bg2"/>
          </a:solidFill>
          <a:ln>
            <a:noFill/>
          </a:ln>
          <a:effectLst/>
        </p:spPr>
        <p:txBody>
          <a:bodyPr rtlCol="0" anchor="ctr"/>
          <a:lstStyle/>
          <a:p>
            <a:pPr algn="ctr"/>
          </a:p>
        </p:txBody>
      </p:sp>
      <p:sp>
        <p:nvSpPr>
          <p:cNvPr id="20" name="TextBox 19"/>
          <p:cNvSpPr txBox="1"/>
          <p:nvPr/>
        </p:nvSpPr>
        <p:spPr>
          <a:xfrm>
            <a:off x="987552" y="3925336"/>
            <a:ext cx="2459736" cy="1269918"/>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 elit</a:t>
            </a:r>
          </a:p>
        </p:txBody>
      </p:sp>
      <p:sp>
        <p:nvSpPr>
          <p:cNvPr id="21" name="Rectangle 20"/>
          <p:cNvSpPr/>
          <p:nvPr/>
        </p:nvSpPr>
        <p:spPr>
          <a:xfrm>
            <a:off x="3611879" y="3989344"/>
            <a:ext cx="7592263" cy="479511"/>
          </a:xfrm>
          <a:prstGeom prst="rect">
            <a:avLst/>
          </a:prstGeom>
          <a:solidFill>
            <a:schemeClr val="bg1"/>
          </a:solidFill>
          <a:ln>
            <a:noFill/>
          </a:ln>
          <a:effectLst/>
        </p:spPr>
        <p:txBody>
          <a:bodyPr rtlCol="0" anchor="ctr"/>
          <a:lstStyle/>
          <a:p>
            <a:pPr algn="ctr"/>
          </a:p>
        </p:txBody>
      </p:sp>
      <p:sp>
        <p:nvSpPr>
          <p:cNvPr id="22" name="Rectangle 21"/>
          <p:cNvSpPr/>
          <p:nvPr/>
        </p:nvSpPr>
        <p:spPr>
          <a:xfrm>
            <a:off x="3776472" y="4080784"/>
            <a:ext cx="685800" cy="296631"/>
          </a:xfrm>
          <a:prstGeom prst="rect">
            <a:avLst/>
          </a:prstGeom>
          <a:solidFill>
            <a:schemeClr val="accent2"/>
          </a:solidFill>
          <a:ln>
            <a:noFill/>
          </a:ln>
          <a:effectLst/>
        </p:spPr>
        <p:txBody>
          <a:bodyPr rtlCol="0" anchor="ctr" wrap="square" lIns="164592" rIns="164592" tIns="109728" bIns="109728"/>
          <a:lstStyle/>
          <a:p>
            <a:pPr algn="ctr"/>
            <a:r>
              <a:rPr sz="1400" b="1">
                <a:solidFill>
                  <a:schemeClr val="bg1"/>
                </a:solidFill>
                <a:latin typeface="+mn-lt"/>
              </a:rPr>
              <a:t>AA</a:t>
            </a:r>
          </a:p>
        </p:txBody>
      </p:sp>
      <p:sp>
        <p:nvSpPr>
          <p:cNvPr id="23" name="TextBox 22"/>
          <p:cNvSpPr txBox="1"/>
          <p:nvPr/>
        </p:nvSpPr>
        <p:spPr>
          <a:xfrm>
            <a:off x="4572000" y="3989344"/>
            <a:ext cx="4892040" cy="479511"/>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a:t>
            </a:r>
          </a:p>
        </p:txBody>
      </p:sp>
      <p:sp>
        <p:nvSpPr>
          <p:cNvPr id="24" name="TextBox 23"/>
          <p:cNvSpPr txBox="1"/>
          <p:nvPr/>
        </p:nvSpPr>
        <p:spPr>
          <a:xfrm>
            <a:off x="8351215" y="3989344"/>
            <a:ext cx="2670048" cy="479511"/>
          </a:xfrm>
          <a:prstGeom prst="rect">
            <a:avLst/>
          </a:prstGeom>
          <a:noFill/>
        </p:spPr>
        <p:txBody>
          <a:bodyPr wrap="square" anchor="ctr" lIns="0" rIns="0" tIns="0" bIns="0">
            <a:spAutoFit/>
          </a:bodyPr>
          <a:lstStyle/>
          <a:p>
            <a:pPr algn="r"/>
            <a:r>
              <a:rPr sz="1400" b="0">
                <a:solidFill>
                  <a:schemeClr val="accent2"/>
                </a:solidFill>
                <a:latin typeface="+mn-lt"/>
              </a:rPr>
              <a:t>Lorem Ipsum</a:t>
            </a:r>
          </a:p>
        </p:txBody>
      </p:sp>
      <p:sp>
        <p:nvSpPr>
          <p:cNvPr id="25" name="Rectangle 24"/>
          <p:cNvSpPr/>
          <p:nvPr/>
        </p:nvSpPr>
        <p:spPr>
          <a:xfrm>
            <a:off x="3611879" y="4560295"/>
            <a:ext cx="7592263" cy="479511"/>
          </a:xfrm>
          <a:prstGeom prst="rect">
            <a:avLst/>
          </a:prstGeom>
          <a:solidFill>
            <a:schemeClr val="bg1"/>
          </a:solidFill>
          <a:ln>
            <a:noFill/>
          </a:ln>
          <a:effectLst/>
        </p:spPr>
        <p:txBody>
          <a:bodyPr rtlCol="0" anchor="ctr"/>
          <a:lstStyle/>
          <a:p>
            <a:pPr algn="ctr"/>
          </a:p>
        </p:txBody>
      </p:sp>
      <p:sp>
        <p:nvSpPr>
          <p:cNvPr id="26" name="Rectangle 25"/>
          <p:cNvSpPr/>
          <p:nvPr/>
        </p:nvSpPr>
        <p:spPr>
          <a:xfrm>
            <a:off x="3776472" y="4651735"/>
            <a:ext cx="685800" cy="296631"/>
          </a:xfrm>
          <a:prstGeom prst="rect">
            <a:avLst/>
          </a:prstGeom>
          <a:solidFill>
            <a:schemeClr val="accent4"/>
          </a:solidFill>
          <a:ln>
            <a:noFill/>
          </a:ln>
          <a:effectLst/>
        </p:spPr>
        <p:txBody>
          <a:bodyPr rtlCol="0" anchor="ctr" wrap="square" lIns="164592" rIns="164592" tIns="109728" bIns="109728"/>
          <a:lstStyle/>
          <a:p>
            <a:pPr algn="ctr"/>
            <a:r>
              <a:rPr sz="1400" b="1">
                <a:solidFill>
                  <a:schemeClr val="tx1"/>
                </a:solidFill>
                <a:latin typeface="+mn-lt"/>
              </a:rPr>
              <a:t>AA</a:t>
            </a:r>
          </a:p>
        </p:txBody>
      </p:sp>
      <p:sp>
        <p:nvSpPr>
          <p:cNvPr id="27" name="TextBox 26"/>
          <p:cNvSpPr txBox="1"/>
          <p:nvPr/>
        </p:nvSpPr>
        <p:spPr>
          <a:xfrm>
            <a:off x="4572000" y="4560295"/>
            <a:ext cx="4892040" cy="479511"/>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a:t>
            </a:r>
          </a:p>
        </p:txBody>
      </p:sp>
      <p:sp>
        <p:nvSpPr>
          <p:cNvPr id="28" name="TextBox 27"/>
          <p:cNvSpPr txBox="1"/>
          <p:nvPr/>
        </p:nvSpPr>
        <p:spPr>
          <a:xfrm>
            <a:off x="8351215" y="4560295"/>
            <a:ext cx="2670048" cy="479511"/>
          </a:xfrm>
          <a:prstGeom prst="rect">
            <a:avLst/>
          </a:prstGeom>
          <a:noFill/>
        </p:spPr>
        <p:txBody>
          <a:bodyPr wrap="square" anchor="ctr" lIns="0" rIns="0" tIns="0" bIns="0">
            <a:spAutoFit/>
          </a:bodyPr>
          <a:lstStyle/>
          <a:p>
            <a:pPr algn="r"/>
            <a:r>
              <a:rPr sz="1400" b="0">
                <a:solidFill>
                  <a:schemeClr val="accent2"/>
                </a:solidFill>
                <a:latin typeface="+mn-lt"/>
              </a:rPr>
              <a:t>Lorem Ipsum</a:t>
            </a:r>
          </a:p>
        </p:txBody>
      </p:sp>
      <p:sp>
        <p:nvSpPr>
          <p:cNvPr id="29" name="Rectangle 28"/>
          <p:cNvSpPr/>
          <p:nvPr/>
        </p:nvSpPr>
        <p:spPr>
          <a:xfrm>
            <a:off x="822960" y="5336072"/>
            <a:ext cx="10545775" cy="698967"/>
          </a:xfrm>
          <a:prstGeom prst="rect">
            <a:avLst/>
          </a:prstGeom>
          <a:solidFill>
            <a:schemeClr val="bg2"/>
          </a:solidFill>
          <a:ln>
            <a:noFill/>
          </a:ln>
          <a:effectLst/>
        </p:spPr>
        <p:txBody>
          <a:bodyPr rtlCol="0" anchor="ctr"/>
          <a:lstStyle/>
          <a:p>
            <a:pPr algn="ctr"/>
          </a:p>
        </p:txBody>
      </p:sp>
      <p:sp>
        <p:nvSpPr>
          <p:cNvPr id="30" name="TextBox 29"/>
          <p:cNvSpPr txBox="1"/>
          <p:nvPr/>
        </p:nvSpPr>
        <p:spPr>
          <a:xfrm>
            <a:off x="987552" y="5336072"/>
            <a:ext cx="2459736" cy="698967"/>
          </a:xfrm>
          <a:prstGeom prst="rect">
            <a:avLst/>
          </a:prstGeom>
          <a:noFill/>
        </p:spPr>
        <p:txBody>
          <a:bodyPr wrap="square" anchor="ctr" lIns="0" rIns="0" tIns="0" bIns="0">
            <a:spAutoFit/>
          </a:bodyPr>
          <a:lstStyle/>
          <a:p>
            <a:pPr algn="l"/>
            <a:r>
              <a:rPr sz="1400" b="1">
                <a:solidFill>
                  <a:schemeClr val="tx1"/>
                </a:solidFill>
                <a:latin typeface="+mn-lt"/>
              </a:rPr>
              <a:t>Lorem ipsum dolor sit amet</a:t>
            </a:r>
          </a:p>
        </p:txBody>
      </p:sp>
      <p:sp>
        <p:nvSpPr>
          <p:cNvPr id="31" name="Rectangle 30"/>
          <p:cNvSpPr/>
          <p:nvPr/>
        </p:nvSpPr>
        <p:spPr>
          <a:xfrm>
            <a:off x="3611879" y="5400080"/>
            <a:ext cx="7592263" cy="479511"/>
          </a:xfrm>
          <a:prstGeom prst="rect">
            <a:avLst/>
          </a:prstGeom>
          <a:solidFill>
            <a:schemeClr val="bg1"/>
          </a:solidFill>
          <a:ln>
            <a:noFill/>
          </a:ln>
          <a:effectLst/>
        </p:spPr>
        <p:txBody>
          <a:bodyPr rtlCol="0" anchor="ctr"/>
          <a:lstStyle/>
          <a:p>
            <a:pPr algn="ctr"/>
          </a:p>
        </p:txBody>
      </p:sp>
      <p:sp>
        <p:nvSpPr>
          <p:cNvPr id="32" name="Rectangle 31"/>
          <p:cNvSpPr/>
          <p:nvPr/>
        </p:nvSpPr>
        <p:spPr>
          <a:xfrm>
            <a:off x="3776472" y="5491520"/>
            <a:ext cx="685800" cy="296631"/>
          </a:xfrm>
          <a:prstGeom prst="rect">
            <a:avLst/>
          </a:prstGeom>
          <a:solidFill>
            <a:schemeClr val="accent4"/>
          </a:solidFill>
          <a:ln>
            <a:noFill/>
          </a:ln>
          <a:effectLst/>
        </p:spPr>
        <p:txBody>
          <a:bodyPr rtlCol="0" anchor="ctr" wrap="square" lIns="164592" rIns="164592" tIns="109728" bIns="109728"/>
          <a:lstStyle/>
          <a:p>
            <a:pPr algn="ctr"/>
            <a:r>
              <a:rPr sz="1400" b="1">
                <a:solidFill>
                  <a:schemeClr val="tx1"/>
                </a:solidFill>
                <a:latin typeface="+mn-lt"/>
              </a:rPr>
              <a:t>AA</a:t>
            </a:r>
          </a:p>
        </p:txBody>
      </p:sp>
      <p:sp>
        <p:nvSpPr>
          <p:cNvPr id="33" name="TextBox 32"/>
          <p:cNvSpPr txBox="1"/>
          <p:nvPr/>
        </p:nvSpPr>
        <p:spPr>
          <a:xfrm>
            <a:off x="4572000" y="5400080"/>
            <a:ext cx="4892040" cy="479511"/>
          </a:xfrm>
          <a:prstGeom prst="rect">
            <a:avLst/>
          </a:prstGeom>
          <a:noFill/>
        </p:spPr>
        <p:txBody>
          <a:bodyPr wrap="square" anchor="ctr" lIns="0" rIns="0" tIns="0" bIns="0">
            <a:spAutoFit/>
          </a:bodyPr>
          <a:lstStyle/>
          <a:p>
            <a:pPr algn="l"/>
            <a:r>
              <a:rPr sz="1400" b="1">
                <a:solidFill>
                  <a:schemeClr val="tx1"/>
                </a:solidFill>
                <a:latin typeface="+mn-lt"/>
              </a:rPr>
              <a:t>Lorem ipsum dolor sit amet consectetur adipiscing</a:t>
            </a:r>
          </a:p>
        </p:txBody>
      </p:sp>
      <p:sp>
        <p:nvSpPr>
          <p:cNvPr id="34" name="TextBox 33"/>
          <p:cNvSpPr txBox="1"/>
          <p:nvPr/>
        </p:nvSpPr>
        <p:spPr>
          <a:xfrm>
            <a:off x="8351215" y="5400080"/>
            <a:ext cx="2670048" cy="479511"/>
          </a:xfrm>
          <a:prstGeom prst="rect">
            <a:avLst/>
          </a:prstGeom>
          <a:noFill/>
        </p:spPr>
        <p:txBody>
          <a:bodyPr wrap="square" anchor="ctr" lIns="0" rIns="0" tIns="0" bIns="0">
            <a:spAutoFit/>
          </a:bodyPr>
          <a:lstStyle/>
          <a:p>
            <a:pPr algn="r"/>
            <a:r>
              <a:rPr sz="1400" b="0">
                <a:solidFill>
                  <a:schemeClr val="accent2"/>
                </a:solidFill>
                <a:latin typeface="+mn-lt"/>
              </a:rPr>
              <a:t>Lorem Ipsum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a:t>
            </a:r>
          </a:p>
        </p:txBody>
      </p:sp>
      <p:sp>
        <p:nvSpPr>
          <p:cNvPr id="5" name="Oval 4"/>
          <p:cNvSpPr/>
          <p:nvPr/>
        </p:nvSpPr>
        <p:spPr>
          <a:xfrm>
            <a:off x="822960" y="2779775"/>
            <a:ext cx="201168" cy="201168"/>
          </a:xfrm>
          <a:prstGeom prst="ellipse">
            <a:avLst/>
          </a:prstGeom>
          <a:solidFill>
            <a:schemeClr val="accent1"/>
          </a:solidFill>
          <a:ln>
            <a:noFill/>
          </a:ln>
          <a:effectLst/>
        </p:spPr>
        <p:txBody>
          <a:bodyPr rtlCol="0" anchor="ctr"/>
          <a:lstStyle/>
          <a:p>
            <a:pPr algn="ctr"/>
          </a:p>
        </p:txBody>
      </p:sp>
      <p:sp>
        <p:nvSpPr>
          <p:cNvPr id="6" name="TextBox 5"/>
          <p:cNvSpPr txBox="1"/>
          <p:nvPr/>
        </p:nvSpPr>
        <p:spPr>
          <a:xfrm>
            <a:off x="1207008" y="2606039"/>
            <a:ext cx="10161727" cy="585216"/>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 tempor incididunt ut labore et dolore magna</a:t>
            </a:r>
          </a:p>
        </p:txBody>
      </p:sp>
      <p:sp>
        <p:nvSpPr>
          <p:cNvPr id="7" name="Oval 6"/>
          <p:cNvSpPr/>
          <p:nvPr/>
        </p:nvSpPr>
        <p:spPr>
          <a:xfrm>
            <a:off x="822960" y="3465575"/>
            <a:ext cx="201168" cy="201168"/>
          </a:xfrm>
          <a:prstGeom prst="ellipse">
            <a:avLst/>
          </a:prstGeom>
          <a:solidFill>
            <a:schemeClr val="accent1"/>
          </a:solidFill>
          <a:ln>
            <a:noFill/>
          </a:ln>
          <a:effectLst/>
        </p:spPr>
        <p:txBody>
          <a:bodyPr rtlCol="0" anchor="ctr"/>
          <a:lstStyle/>
          <a:p>
            <a:pPr algn="ctr"/>
          </a:p>
        </p:txBody>
      </p:sp>
      <p:sp>
        <p:nvSpPr>
          <p:cNvPr id="8" name="TextBox 7"/>
          <p:cNvSpPr txBox="1"/>
          <p:nvPr/>
        </p:nvSpPr>
        <p:spPr>
          <a:xfrm>
            <a:off x="1207008" y="3291839"/>
            <a:ext cx="10161727" cy="585216"/>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 tempor incididunt ut labore et dolore magna</a:t>
            </a:r>
          </a:p>
        </p:txBody>
      </p:sp>
      <p:sp>
        <p:nvSpPr>
          <p:cNvPr id="9" name="Oval 8"/>
          <p:cNvSpPr/>
          <p:nvPr/>
        </p:nvSpPr>
        <p:spPr>
          <a:xfrm>
            <a:off x="822960" y="4151375"/>
            <a:ext cx="201168" cy="201168"/>
          </a:xfrm>
          <a:prstGeom prst="ellipse">
            <a:avLst/>
          </a:prstGeom>
          <a:solidFill>
            <a:schemeClr val="accent1"/>
          </a:solidFill>
          <a:ln>
            <a:noFill/>
          </a:ln>
          <a:effectLst/>
        </p:spPr>
        <p:txBody>
          <a:bodyPr rtlCol="0" anchor="ctr"/>
          <a:lstStyle/>
          <a:p>
            <a:pPr algn="ctr"/>
          </a:p>
        </p:txBody>
      </p:sp>
      <p:sp>
        <p:nvSpPr>
          <p:cNvPr id="10" name="TextBox 9"/>
          <p:cNvSpPr txBox="1"/>
          <p:nvPr/>
        </p:nvSpPr>
        <p:spPr>
          <a:xfrm>
            <a:off x="1207008" y="3977639"/>
            <a:ext cx="10161727" cy="585216"/>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 tempor incididunt ut labore et dolore magna</a:t>
            </a:r>
          </a:p>
        </p:txBody>
      </p:sp>
      <p:sp>
        <p:nvSpPr>
          <p:cNvPr id="11" name="Oval 10"/>
          <p:cNvSpPr/>
          <p:nvPr/>
        </p:nvSpPr>
        <p:spPr>
          <a:xfrm>
            <a:off x="822960" y="4837175"/>
            <a:ext cx="201168" cy="201168"/>
          </a:xfrm>
          <a:prstGeom prst="ellipse">
            <a:avLst/>
          </a:prstGeom>
          <a:solidFill>
            <a:schemeClr val="accent1"/>
          </a:solidFill>
          <a:ln>
            <a:noFill/>
          </a:ln>
          <a:effectLst/>
        </p:spPr>
        <p:txBody>
          <a:bodyPr rtlCol="0" anchor="ctr"/>
          <a:lstStyle/>
          <a:p>
            <a:pPr algn="ctr"/>
          </a:p>
        </p:txBody>
      </p:sp>
      <p:sp>
        <p:nvSpPr>
          <p:cNvPr id="12" name="TextBox 11"/>
          <p:cNvSpPr txBox="1"/>
          <p:nvPr/>
        </p:nvSpPr>
        <p:spPr>
          <a:xfrm>
            <a:off x="1207008" y="4663440"/>
            <a:ext cx="10161727" cy="585216"/>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 tempor incididunt ut labore et dolore magna</a:t>
            </a:r>
          </a:p>
        </p:txBody>
      </p:sp>
      <p:sp>
        <p:nvSpPr>
          <p:cNvPr id="13" name="Oval 12"/>
          <p:cNvSpPr/>
          <p:nvPr/>
        </p:nvSpPr>
        <p:spPr>
          <a:xfrm>
            <a:off x="822960" y="5522975"/>
            <a:ext cx="201168" cy="201168"/>
          </a:xfrm>
          <a:prstGeom prst="ellipse">
            <a:avLst/>
          </a:prstGeom>
          <a:solidFill>
            <a:schemeClr val="accent1"/>
          </a:solidFill>
          <a:ln>
            <a:noFill/>
          </a:ln>
          <a:effectLst/>
        </p:spPr>
        <p:txBody>
          <a:bodyPr rtlCol="0" anchor="ctr"/>
          <a:lstStyle/>
          <a:p>
            <a:pPr algn="ctr"/>
          </a:p>
        </p:txBody>
      </p:sp>
      <p:sp>
        <p:nvSpPr>
          <p:cNvPr id="14" name="TextBox 13"/>
          <p:cNvSpPr txBox="1"/>
          <p:nvPr/>
        </p:nvSpPr>
        <p:spPr>
          <a:xfrm>
            <a:off x="1207008" y="5349240"/>
            <a:ext cx="10161727" cy="585216"/>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 tempor incididunt ut labore et dolore magna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Oval 3"/>
          <p:cNvSpPr/>
          <p:nvPr/>
        </p:nvSpPr>
        <p:spPr>
          <a:xfrm>
            <a:off x="822960" y="2121408"/>
            <a:ext cx="201168" cy="201168"/>
          </a:xfrm>
          <a:prstGeom prst="ellipse">
            <a:avLst/>
          </a:prstGeom>
          <a:solidFill>
            <a:schemeClr val="accent1"/>
          </a:solidFill>
          <a:ln>
            <a:noFill/>
          </a:ln>
          <a:effectLst/>
        </p:spPr>
        <p:txBody>
          <a:bodyPr rtlCol="0" anchor="ctr"/>
          <a:lstStyle/>
          <a:p>
            <a:pPr algn="ctr"/>
          </a:p>
        </p:txBody>
      </p:sp>
      <p:sp>
        <p:nvSpPr>
          <p:cNvPr id="5" name="TextBox 4"/>
          <p:cNvSpPr txBox="1"/>
          <p:nvPr/>
        </p:nvSpPr>
        <p:spPr>
          <a:xfrm>
            <a:off x="1207008" y="1965960"/>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6" name="Oval 5"/>
          <p:cNvSpPr/>
          <p:nvPr/>
        </p:nvSpPr>
        <p:spPr>
          <a:xfrm>
            <a:off x="822960" y="3138677"/>
            <a:ext cx="201168" cy="201168"/>
          </a:xfrm>
          <a:prstGeom prst="ellipse">
            <a:avLst/>
          </a:prstGeom>
          <a:solidFill>
            <a:schemeClr val="accent1"/>
          </a:solidFill>
          <a:ln>
            <a:noFill/>
          </a:ln>
          <a:effectLst/>
        </p:spPr>
        <p:txBody>
          <a:bodyPr rtlCol="0" anchor="ctr"/>
          <a:lstStyle/>
          <a:p>
            <a:pPr algn="ctr"/>
          </a:p>
        </p:txBody>
      </p:sp>
      <p:sp>
        <p:nvSpPr>
          <p:cNvPr id="7" name="TextBox 6"/>
          <p:cNvSpPr txBox="1"/>
          <p:nvPr/>
        </p:nvSpPr>
        <p:spPr>
          <a:xfrm>
            <a:off x="1207008" y="2983229"/>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8" name="Oval 7"/>
          <p:cNvSpPr/>
          <p:nvPr/>
        </p:nvSpPr>
        <p:spPr>
          <a:xfrm>
            <a:off x="822960" y="4155948"/>
            <a:ext cx="201168" cy="201168"/>
          </a:xfrm>
          <a:prstGeom prst="ellipse">
            <a:avLst/>
          </a:prstGeom>
          <a:solidFill>
            <a:schemeClr val="accent1"/>
          </a:solidFill>
          <a:ln>
            <a:noFill/>
          </a:ln>
          <a:effectLst/>
        </p:spPr>
        <p:txBody>
          <a:bodyPr rtlCol="0" anchor="ctr"/>
          <a:lstStyle/>
          <a:p>
            <a:pPr algn="ctr"/>
          </a:p>
        </p:txBody>
      </p:sp>
      <p:sp>
        <p:nvSpPr>
          <p:cNvPr id="9" name="TextBox 8"/>
          <p:cNvSpPr txBox="1"/>
          <p:nvPr/>
        </p:nvSpPr>
        <p:spPr>
          <a:xfrm>
            <a:off x="1207008" y="4000500"/>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0" name="Oval 9"/>
          <p:cNvSpPr/>
          <p:nvPr/>
        </p:nvSpPr>
        <p:spPr>
          <a:xfrm>
            <a:off x="822960" y="5173217"/>
            <a:ext cx="201168" cy="201168"/>
          </a:xfrm>
          <a:prstGeom prst="ellipse">
            <a:avLst/>
          </a:prstGeom>
          <a:solidFill>
            <a:schemeClr val="accent1"/>
          </a:solidFill>
          <a:ln>
            <a:noFill/>
          </a:ln>
          <a:effectLst/>
        </p:spPr>
        <p:txBody>
          <a:bodyPr rtlCol="0" anchor="ctr"/>
          <a:lstStyle/>
          <a:p>
            <a:pPr algn="ctr"/>
          </a:p>
        </p:txBody>
      </p:sp>
      <p:sp>
        <p:nvSpPr>
          <p:cNvPr id="11" name="TextBox 10"/>
          <p:cNvSpPr txBox="1"/>
          <p:nvPr/>
        </p:nvSpPr>
        <p:spPr>
          <a:xfrm>
            <a:off x="1207008" y="5017769"/>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2" name="Oval 11"/>
          <p:cNvSpPr/>
          <p:nvPr/>
        </p:nvSpPr>
        <p:spPr>
          <a:xfrm>
            <a:off x="6379311" y="2121408"/>
            <a:ext cx="201168" cy="201168"/>
          </a:xfrm>
          <a:prstGeom prst="ellipse">
            <a:avLst/>
          </a:prstGeom>
          <a:solidFill>
            <a:schemeClr val="accent1"/>
          </a:solidFill>
          <a:ln>
            <a:noFill/>
          </a:ln>
          <a:effectLst/>
        </p:spPr>
        <p:txBody>
          <a:bodyPr rtlCol="0" anchor="ctr"/>
          <a:lstStyle/>
          <a:p>
            <a:pPr algn="ctr"/>
          </a:p>
        </p:txBody>
      </p:sp>
      <p:sp>
        <p:nvSpPr>
          <p:cNvPr id="13" name="TextBox 12"/>
          <p:cNvSpPr txBox="1"/>
          <p:nvPr/>
        </p:nvSpPr>
        <p:spPr>
          <a:xfrm>
            <a:off x="6763359" y="1965960"/>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4" name="Oval 13"/>
          <p:cNvSpPr/>
          <p:nvPr/>
        </p:nvSpPr>
        <p:spPr>
          <a:xfrm>
            <a:off x="6379311" y="3138677"/>
            <a:ext cx="201168" cy="201168"/>
          </a:xfrm>
          <a:prstGeom prst="ellipse">
            <a:avLst/>
          </a:prstGeom>
          <a:solidFill>
            <a:schemeClr val="accent1"/>
          </a:solidFill>
          <a:ln>
            <a:noFill/>
          </a:ln>
          <a:effectLst/>
        </p:spPr>
        <p:txBody>
          <a:bodyPr rtlCol="0" anchor="ctr"/>
          <a:lstStyle/>
          <a:p>
            <a:pPr algn="ctr"/>
          </a:p>
        </p:txBody>
      </p:sp>
      <p:sp>
        <p:nvSpPr>
          <p:cNvPr id="15" name="TextBox 14"/>
          <p:cNvSpPr txBox="1"/>
          <p:nvPr/>
        </p:nvSpPr>
        <p:spPr>
          <a:xfrm>
            <a:off x="6763359" y="2983229"/>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6" name="Oval 15"/>
          <p:cNvSpPr/>
          <p:nvPr/>
        </p:nvSpPr>
        <p:spPr>
          <a:xfrm>
            <a:off x="6379311" y="4155948"/>
            <a:ext cx="201168" cy="201168"/>
          </a:xfrm>
          <a:prstGeom prst="ellipse">
            <a:avLst/>
          </a:prstGeom>
          <a:solidFill>
            <a:schemeClr val="accent1"/>
          </a:solidFill>
          <a:ln>
            <a:noFill/>
          </a:ln>
          <a:effectLst/>
        </p:spPr>
        <p:txBody>
          <a:bodyPr rtlCol="0" anchor="ctr"/>
          <a:lstStyle/>
          <a:p>
            <a:pPr algn="ctr"/>
          </a:p>
        </p:txBody>
      </p:sp>
      <p:sp>
        <p:nvSpPr>
          <p:cNvPr id="17" name="TextBox 16"/>
          <p:cNvSpPr txBox="1"/>
          <p:nvPr/>
        </p:nvSpPr>
        <p:spPr>
          <a:xfrm>
            <a:off x="6763359" y="4000500"/>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
        <p:nvSpPr>
          <p:cNvPr id="18" name="Oval 17"/>
          <p:cNvSpPr/>
          <p:nvPr/>
        </p:nvSpPr>
        <p:spPr>
          <a:xfrm>
            <a:off x="6379311" y="5173217"/>
            <a:ext cx="201168" cy="201168"/>
          </a:xfrm>
          <a:prstGeom prst="ellipse">
            <a:avLst/>
          </a:prstGeom>
          <a:solidFill>
            <a:schemeClr val="accent1"/>
          </a:solidFill>
          <a:ln>
            <a:noFill/>
          </a:ln>
          <a:effectLst/>
        </p:spPr>
        <p:txBody>
          <a:bodyPr rtlCol="0" anchor="ctr"/>
          <a:lstStyle/>
          <a:p>
            <a:pPr algn="ctr"/>
          </a:p>
        </p:txBody>
      </p:sp>
      <p:sp>
        <p:nvSpPr>
          <p:cNvPr id="19" name="TextBox 18"/>
          <p:cNvSpPr txBox="1"/>
          <p:nvPr/>
        </p:nvSpPr>
        <p:spPr>
          <a:xfrm>
            <a:off x="6763359" y="5017769"/>
            <a:ext cx="4605375" cy="916685"/>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a:t>
            </a:r>
          </a:p>
        </p:txBody>
      </p:sp>
      <p:graphicFrame>
        <p:nvGraphicFramePr>
          <p:cNvPr id="5" name="Table 4"/>
          <p:cNvGraphicFramePr>
            <a:graphicFrameLocks noGrp="1"/>
          </p:cNvGraphicFramePr>
          <p:nvPr/>
        </p:nvGraphicFramePr>
        <p:xfrm>
          <a:off x="822960" y="2606039"/>
          <a:ext cx="10545773" cy="3291840"/>
        </p:xfrm>
        <a:graphic>
          <a:graphicData uri="http://schemas.openxmlformats.org/drawingml/2006/table">
            <a:tbl>
              <a:tblPr firstRow="0" bandRow="0">
                <a:tableStyleId>{2D5ABB26-0587-4C30-8999-92F81FD0307C}</a:tableStyleId>
              </a:tblPr>
              <a:tblGrid>
                <a:gridCol w="3585563"/>
                <a:gridCol w="2320070"/>
                <a:gridCol w="2320070"/>
                <a:gridCol w="2320070"/>
              </a:tblGrid>
              <a:tr h="658368">
                <a:tc>
                  <a:txBody>
                    <a:bodyPr wrap="square" lIns="164592" rIns="164592" tIns="109728" bIns="109728"/>
                    <a:lstStyle/>
                    <a:p>
                      <a:pPr algn="l"/>
                      <a:r>
                        <a:rPr sz="1400" b="1">
                          <a:solidFill>
                            <a:schemeClr val="bg1"/>
                          </a:solidFill>
                          <a:latin typeface="+mn-lt"/>
                        </a:rPr>
                        <a:t>Lorem</a:t>
                      </a:r>
                    </a:p>
                  </a:txBody>
                  <a:tcPr marL="164592" marR="164592" marT="54864" marB="54864" anchor="ctr">
                    <a:solidFill>
                      <a:schemeClr val="accent1"/>
                    </a:solidFill>
                  </a:tcPr>
                </a:tc>
                <a:tc>
                  <a:txBody>
                    <a:bodyPr wrap="square" lIns="164592" rIns="164592" tIns="109728" bIns="109728"/>
                    <a:lstStyle/>
                    <a:p>
                      <a:pPr algn="ctr"/>
                      <a:r>
                        <a:rPr sz="1400" b="1">
                          <a:solidFill>
                            <a:schemeClr val="bg1"/>
                          </a:solidFill>
                          <a:latin typeface="+mn-lt"/>
                        </a:rPr>
                        <a:t>Lorem</a:t>
                      </a:r>
                    </a:p>
                  </a:txBody>
                  <a:tcPr marL="164592" marR="164592" marT="54864" marB="54864" anchor="ctr">
                    <a:solidFill>
                      <a:schemeClr val="accent1"/>
                    </a:solidFill>
                  </a:tcPr>
                </a:tc>
                <a:tc>
                  <a:txBody>
                    <a:bodyPr wrap="square" lIns="164592" rIns="164592" tIns="109728" bIns="109728"/>
                    <a:lstStyle/>
                    <a:p>
                      <a:pPr algn="ctr"/>
                      <a:r>
                        <a:rPr sz="1400" b="1">
                          <a:solidFill>
                            <a:schemeClr val="bg1"/>
                          </a:solidFill>
                          <a:latin typeface="+mn-lt"/>
                        </a:rPr>
                        <a:t>Lorem</a:t>
                      </a:r>
                    </a:p>
                  </a:txBody>
                  <a:tcPr marL="164592" marR="164592" marT="54864" marB="54864" anchor="ctr">
                    <a:solidFill>
                      <a:schemeClr val="accent1"/>
                    </a:solidFill>
                  </a:tcPr>
                </a:tc>
                <a:tc>
                  <a:txBody>
                    <a:bodyPr wrap="square" lIns="164592" rIns="164592" tIns="109728" bIns="109728"/>
                    <a:lstStyle/>
                    <a:p>
                      <a:pPr algn="ctr"/>
                      <a:r>
                        <a:rPr sz="1400" b="1">
                          <a:solidFill>
                            <a:schemeClr val="bg1"/>
                          </a:solidFill>
                          <a:latin typeface="+mn-lt"/>
                        </a:rPr>
                        <a:t>Lorem</a:t>
                      </a:r>
                    </a:p>
                  </a:txBody>
                  <a:tcPr marL="164592" marR="164592" marT="54864" marB="54864" anchor="ctr">
                    <a:solidFill>
                      <a:schemeClr val="accent1"/>
                    </a:solidFill>
                  </a:tcPr>
                </a:tc>
              </a:tr>
              <a:tr h="658368">
                <a:tc>
                  <a:txBody>
                    <a:bodyPr wrap="square" lIns="164592" rIns="164592" tIns="109728" bIns="109728"/>
                    <a:lstStyle/>
                    <a:p>
                      <a:pPr algn="l"/>
                      <a:r>
                        <a:rPr sz="1400" b="0">
                          <a:solidFill>
                            <a:schemeClr val="tx1"/>
                          </a:solidFill>
                          <a:latin typeface="+mn-lt"/>
                        </a:rPr>
                        <a:t>Lorem ipsum dolor sit amet consectetur adipiscing elit sed do eiusmod</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r>
              <a:tr h="658368">
                <a:tc>
                  <a:txBody>
                    <a:bodyPr wrap="square" lIns="164592" rIns="164592" tIns="109728" bIns="109728"/>
                    <a:lstStyle/>
                    <a:p>
                      <a:pPr algn="l"/>
                      <a:r>
                        <a:rPr sz="1400" b="0">
                          <a:solidFill>
                            <a:schemeClr val="tx1"/>
                          </a:solidFill>
                          <a:latin typeface="+mn-lt"/>
                        </a:rPr>
                        <a:t>Lorem ipsum dolor sit amet consectetur adipiscing elit sed do eiusmod</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r>
              <a:tr h="658368">
                <a:tc>
                  <a:txBody>
                    <a:bodyPr wrap="square" lIns="164592" rIns="164592" tIns="109728" bIns="109728"/>
                    <a:lstStyle/>
                    <a:p>
                      <a:pPr algn="l"/>
                      <a:r>
                        <a:rPr sz="1400" b="0">
                          <a:solidFill>
                            <a:schemeClr val="tx1"/>
                          </a:solidFill>
                          <a:latin typeface="+mn-lt"/>
                        </a:rPr>
                        <a:t>Lorem ipsum dolor sit amet consectetur adipiscing elit sed do eiusmod</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bg2"/>
                    </a:solidFill>
                  </a:tcPr>
                </a:tc>
              </a:tr>
              <a:tr h="658368">
                <a:tc>
                  <a:txBody>
                    <a:bodyPr wrap="square" lIns="164592" rIns="164592" tIns="109728" bIns="109728"/>
                    <a:lstStyle/>
                    <a:p>
                      <a:pPr algn="l"/>
                      <a:r>
                        <a:rPr sz="1400" b="0">
                          <a:solidFill>
                            <a:schemeClr val="tx1"/>
                          </a:solidFill>
                          <a:latin typeface="+mn-lt"/>
                        </a:rPr>
                        <a:t>Lorem ipsum dolor sit amet consectetur adipiscing elit sed do eiusmod</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c>
                  <a:txBody>
                    <a:bodyPr wrap="square" lIns="164592" rIns="164592" tIns="109728" bIns="109728"/>
                    <a:lstStyle/>
                    <a:p>
                      <a:pPr algn="ctr"/>
                      <a:r>
                        <a:rPr sz="1400" b="0">
                          <a:solidFill>
                            <a:schemeClr val="tx1"/>
                          </a:solidFill>
                          <a:latin typeface="+mn-lt"/>
                        </a:rPr>
                        <a:t>00.000</a:t>
                      </a:r>
                    </a:p>
                  </a:txBody>
                  <a:tcPr marL="164592" marR="164592" marT="54864" marB="54864" anchor="ctr">
                    <a:solidFill>
                      <a:schemeClr val="accent5"/>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Rectangle 2"/>
          <p:cNvSpPr/>
          <p:nvPr/>
        </p:nvSpPr>
        <p:spPr>
          <a:xfrm>
            <a:off x="822960" y="1298448"/>
            <a:ext cx="10545775" cy="3968496"/>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screenshot or diagram</a:t>
            </a:r>
          </a:p>
        </p:txBody>
      </p:sp>
      <p:sp>
        <p:nvSpPr>
          <p:cNvPr id="4" name="TextBox 3"/>
          <p:cNvSpPr txBox="1"/>
          <p:nvPr/>
        </p:nvSpPr>
        <p:spPr>
          <a:xfrm>
            <a:off x="822960" y="5468112"/>
            <a:ext cx="6538380" cy="566928"/>
          </a:xfrm>
          <a:prstGeom prst="rect">
            <a:avLst/>
          </a:prstGeom>
          <a:noFill/>
        </p:spPr>
        <p:txBody>
          <a:bodyPr wrap="square" anchor="t" lIns="0" rIns="0" tIns="0" bIns="0">
            <a:spAutoFit/>
          </a:bodyPr>
          <a:lstStyle/>
          <a:p>
            <a:pPr algn="l"/>
            <a:r>
              <a:rPr sz="1800" b="1">
                <a:solidFill>
                  <a:schemeClr val="tx1"/>
                </a:solidFill>
                <a:latin typeface="+mn-lt"/>
              </a:rPr>
              <a:t>Lorem Ipsum</a:t>
            </a:r>
          </a:p>
          <a:p>
            <a:pPr algn="l"/>
            <a:r>
              <a:rPr sz="1400" b="0">
                <a:solidFill>
                  <a:schemeClr val="tx1"/>
                </a:solidFill>
                <a:latin typeface="+mn-lt"/>
              </a:rPr>
              <a:t>Lorem ipsum dolor sit amet consectetur adipiscing elit sed do eiusmod</a:t>
            </a:r>
          </a:p>
        </p:txBody>
      </p:sp>
      <p:sp>
        <p:nvSpPr>
          <p:cNvPr id="5" name="TextBox 4"/>
          <p:cNvSpPr txBox="1"/>
          <p:nvPr/>
        </p:nvSpPr>
        <p:spPr>
          <a:xfrm>
            <a:off x="7783171" y="5468112"/>
            <a:ext cx="3585563" cy="566928"/>
          </a:xfrm>
          <a:prstGeom prst="rect">
            <a:avLst/>
          </a:prstGeom>
          <a:noFill/>
        </p:spPr>
        <p:txBody>
          <a:bodyPr wrap="square" anchor="b" lIns="0" rIns="0" tIns="0" bIns="0">
            <a:spAutoFit/>
          </a:bodyPr>
          <a:lstStyle/>
          <a:p>
            <a:pPr algn="r"/>
            <a:r>
              <a:rPr sz="1400" b="0">
                <a:solidFill>
                  <a:schemeClr val="accent2"/>
                </a:solidFill>
                <a:latin typeface="+mn-lt"/>
              </a:rPr>
              <a:t>Lorem Ipsum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TextBox 3"/>
          <p:cNvSpPr txBox="1"/>
          <p:nvPr/>
        </p:nvSpPr>
        <p:spPr>
          <a:xfrm>
            <a:off x="822960" y="17190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a:t>
            </a:r>
          </a:p>
        </p:txBody>
      </p:sp>
      <p:sp>
        <p:nvSpPr>
          <p:cNvPr id="5" name="Rectangle 4"/>
          <p:cNvSpPr/>
          <p:nvPr/>
        </p:nvSpPr>
        <p:spPr>
          <a:xfrm>
            <a:off x="822960" y="2606039"/>
            <a:ext cx="10545775" cy="3429000"/>
          </a:xfrm>
          <a:prstGeom prst="rect">
            <a:avLst/>
          </a:prstGeom>
          <a:solidFill>
            <a:schemeClr val="bg2"/>
          </a:solidFill>
          <a:ln>
            <a:noFill/>
          </a:ln>
          <a:effectLst/>
        </p:spPr>
        <p:txBody>
          <a:bodyPr rtlCol="0" anchor="ctr" wrap="square" lIns="164592" rIns="164592" tIns="109728" bIns="109728"/>
          <a:lstStyle/>
          <a:p>
            <a:pPr algn="ctr"/>
            <a:r>
              <a:rPr sz="1800" b="1">
                <a:solidFill>
                  <a:schemeClr val="accent2"/>
                </a:solidFill>
                <a:latin typeface="+mn-lt"/>
              </a:rPr>
              <a:t>Free area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Rectangle 2"/>
          <p:cNvSpPr/>
          <p:nvPr/>
        </p:nvSpPr>
        <p:spPr>
          <a:xfrm>
            <a:off x="822960" y="1298448"/>
            <a:ext cx="10545775" cy="1691640"/>
          </a:xfrm>
          <a:prstGeom prst="rect">
            <a:avLst/>
          </a:prstGeom>
          <a:solidFill>
            <a:schemeClr val="accent1"/>
          </a:solidFill>
          <a:ln>
            <a:noFill/>
          </a:ln>
          <a:effectLst/>
        </p:spPr>
        <p:txBody>
          <a:bodyPr rtlCol="0" anchor="ctr" wrap="square" lIns="164592" rIns="164592" tIns="109728" bIns="109728"/>
          <a:lstStyle/>
          <a:p>
            <a:pPr algn="ctr"/>
            <a:r>
              <a:rPr sz="2000" b="1">
                <a:solidFill>
                  <a:schemeClr val="bg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 dolor in?</a:t>
            </a:r>
          </a:p>
        </p:txBody>
      </p:sp>
      <p:sp>
        <p:nvSpPr>
          <p:cNvPr id="4" name="Rectangle 3"/>
          <p:cNvSpPr/>
          <p:nvPr/>
        </p:nvSpPr>
        <p:spPr>
          <a:xfrm>
            <a:off x="822960" y="3191256"/>
            <a:ext cx="3320186" cy="2843783"/>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a:t>
            </a:r>
          </a:p>
        </p:txBody>
      </p:sp>
      <p:sp>
        <p:nvSpPr>
          <p:cNvPr id="5" name="Rectangle 4"/>
          <p:cNvSpPr/>
          <p:nvPr/>
        </p:nvSpPr>
        <p:spPr>
          <a:xfrm>
            <a:off x="4435754" y="3191256"/>
            <a:ext cx="3320186" cy="2843783"/>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a:t>
            </a:r>
          </a:p>
        </p:txBody>
      </p:sp>
      <p:sp>
        <p:nvSpPr>
          <p:cNvPr id="6" name="Rectangle 5"/>
          <p:cNvSpPr/>
          <p:nvPr/>
        </p:nvSpPr>
        <p:spPr>
          <a:xfrm>
            <a:off x="8048548" y="3191256"/>
            <a:ext cx="3320186" cy="2843783"/>
          </a:xfrm>
          <a:prstGeom prst="rect">
            <a:avLst/>
          </a:prstGeom>
          <a:solidFill>
            <a:schemeClr val="bg2"/>
          </a:solidFill>
          <a:ln>
            <a:noFill/>
          </a:ln>
          <a:effectLst/>
        </p:spPr>
        <p:txBody>
          <a:bodyPr rtlCol="0" anchor="t" lIns="164592" rIns="164592" tIns="109728" bIns="109728" wrap="square"/>
          <a:lstStyle/>
          <a:p>
            <a:pPr algn="l">
              <a:spcAft>
                <a:spcPts val="400"/>
              </a:spcAft>
            </a:pPr>
            <a:r>
              <a:rPr sz="1800" b="1">
                <a:solidFill>
                  <a:schemeClr val="tx1"/>
                </a:solidFill>
                <a:latin typeface="+mn-lt"/>
              </a:rPr>
              <a:t>Lorem Ipsum</a:t>
            </a:r>
          </a:p>
          <a:p>
            <a:pPr algn="l">
              <a:spcAft>
                <a:spcPts val="400"/>
              </a:spcAft>
            </a:pPr>
            <a:r>
              <a:rPr sz="1400" b="0">
                <a:solidFill>
                  <a:schemeClr val="tx1"/>
                </a:solidFill>
                <a:latin typeface="+mn-lt"/>
              </a:rPr>
              <a:t>Lorem ipsum dolor sit amet consectetur adipiscing elit sed do eiusmod tempor incididunt ut labore et dolore magna aliqua ut enim ad minim veniam quis nostrud exercitation ullamco laboris nisi ut aliquip ex ea commodo consequat duis aute irure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00784"/>
            <a:ext cx="10545775" cy="420624"/>
          </a:xfrm>
          <a:prstGeom prst="rect">
            <a:avLst/>
          </a:prstGeom>
          <a:noFill/>
        </p:spPr>
        <p:txBody>
          <a:bodyPr wrap="square" anchor="t" lIns="0" rIns="0" tIns="0" bIns="0">
            <a:spAutoFit/>
          </a:bodyPr>
          <a:lstStyle/>
          <a:p>
            <a:pPr algn="l"/>
            <a:r>
              <a:rPr sz="2000" b="1">
                <a:solidFill>
                  <a:schemeClr val="accent2"/>
                </a:solidFill>
                <a:latin typeface="+mn-lt"/>
              </a:rPr>
              <a:t>Lorem Ipsum Dolor Sit</a:t>
            </a:r>
          </a:p>
        </p:txBody>
      </p:sp>
      <p:sp>
        <p:nvSpPr>
          <p:cNvPr id="5" name="Rectangle 4"/>
          <p:cNvSpPr/>
          <p:nvPr/>
        </p:nvSpPr>
        <p:spPr>
          <a:xfrm>
            <a:off x="822960" y="2423160"/>
            <a:ext cx="5080863" cy="1719072"/>
          </a:xfrm>
          <a:prstGeom prst="rect">
            <a:avLst/>
          </a:prstGeom>
          <a:solidFill>
            <a:schemeClr val="bg2"/>
          </a:solidFill>
          <a:ln>
            <a:noFill/>
          </a:ln>
          <a:effectLst/>
        </p:spPr>
        <p:txBody>
          <a:bodyPr rtlCol="0" anchor="ctr"/>
          <a:lstStyle/>
          <a:p>
            <a:pPr algn="ctr"/>
          </a:p>
        </p:txBody>
      </p:sp>
      <p:sp>
        <p:nvSpPr>
          <p:cNvPr id="6" name="TextBox 5"/>
          <p:cNvSpPr txBox="1"/>
          <p:nvPr/>
        </p:nvSpPr>
        <p:spPr>
          <a:xfrm>
            <a:off x="987552" y="2532888"/>
            <a:ext cx="47516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TextBox 6"/>
          <p:cNvSpPr txBox="1"/>
          <p:nvPr/>
        </p:nvSpPr>
        <p:spPr>
          <a:xfrm>
            <a:off x="987552" y="2898648"/>
            <a:ext cx="4751679" cy="475488"/>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a:t>
            </a:r>
          </a:p>
        </p:txBody>
      </p:sp>
      <p:sp>
        <p:nvSpPr>
          <p:cNvPr id="8" name="Oval 7"/>
          <p:cNvSpPr/>
          <p:nvPr/>
        </p:nvSpPr>
        <p:spPr>
          <a:xfrm>
            <a:off x="1005840" y="3419856"/>
            <a:ext cx="128016" cy="128016"/>
          </a:xfrm>
          <a:prstGeom prst="ellipse">
            <a:avLst/>
          </a:prstGeom>
          <a:solidFill>
            <a:schemeClr val="accent1"/>
          </a:solidFill>
          <a:ln>
            <a:noFill/>
          </a:ln>
          <a:effectLst/>
        </p:spPr>
        <p:txBody>
          <a:bodyPr rtlCol="0" anchor="ctr"/>
          <a:lstStyle/>
          <a:p>
            <a:pPr algn="ctr"/>
          </a:p>
        </p:txBody>
      </p:sp>
      <p:sp>
        <p:nvSpPr>
          <p:cNvPr id="9" name="TextBox 8"/>
          <p:cNvSpPr txBox="1"/>
          <p:nvPr/>
        </p:nvSpPr>
        <p:spPr>
          <a:xfrm>
            <a:off x="1243584" y="3374136"/>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10" name="Oval 9"/>
          <p:cNvSpPr/>
          <p:nvPr/>
        </p:nvSpPr>
        <p:spPr>
          <a:xfrm>
            <a:off x="1005840" y="3639312"/>
            <a:ext cx="128016" cy="128016"/>
          </a:xfrm>
          <a:prstGeom prst="ellipse">
            <a:avLst/>
          </a:prstGeom>
          <a:solidFill>
            <a:schemeClr val="accent1"/>
          </a:solidFill>
          <a:ln>
            <a:noFill/>
          </a:ln>
          <a:effectLst/>
        </p:spPr>
        <p:txBody>
          <a:bodyPr rtlCol="0" anchor="ctr"/>
          <a:lstStyle/>
          <a:p>
            <a:pPr algn="ctr"/>
          </a:p>
        </p:txBody>
      </p:sp>
      <p:sp>
        <p:nvSpPr>
          <p:cNvPr id="11" name="TextBox 10"/>
          <p:cNvSpPr txBox="1"/>
          <p:nvPr/>
        </p:nvSpPr>
        <p:spPr>
          <a:xfrm>
            <a:off x="1243584" y="3593592"/>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12" name="Oval 11"/>
          <p:cNvSpPr/>
          <p:nvPr/>
        </p:nvSpPr>
        <p:spPr>
          <a:xfrm>
            <a:off x="1005840" y="3858768"/>
            <a:ext cx="128016" cy="128016"/>
          </a:xfrm>
          <a:prstGeom prst="ellipse">
            <a:avLst/>
          </a:prstGeom>
          <a:solidFill>
            <a:schemeClr val="accent1"/>
          </a:solidFill>
          <a:ln>
            <a:noFill/>
          </a:ln>
          <a:effectLst/>
        </p:spPr>
        <p:txBody>
          <a:bodyPr rtlCol="0" anchor="ctr"/>
          <a:lstStyle/>
          <a:p>
            <a:pPr algn="ctr"/>
          </a:p>
        </p:txBody>
      </p:sp>
      <p:sp>
        <p:nvSpPr>
          <p:cNvPr id="13" name="TextBox 12"/>
          <p:cNvSpPr txBox="1"/>
          <p:nvPr/>
        </p:nvSpPr>
        <p:spPr>
          <a:xfrm>
            <a:off x="1243584" y="3813048"/>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14" name="Rectangle 13"/>
          <p:cNvSpPr/>
          <p:nvPr/>
        </p:nvSpPr>
        <p:spPr>
          <a:xfrm>
            <a:off x="6287871" y="2423160"/>
            <a:ext cx="5080863" cy="1719072"/>
          </a:xfrm>
          <a:prstGeom prst="rect">
            <a:avLst/>
          </a:prstGeom>
          <a:solidFill>
            <a:schemeClr val="bg2"/>
          </a:solidFill>
          <a:ln>
            <a:noFill/>
          </a:ln>
          <a:effectLst/>
        </p:spPr>
        <p:txBody>
          <a:bodyPr rtlCol="0" anchor="ctr"/>
          <a:lstStyle/>
          <a:p>
            <a:pPr algn="ctr"/>
          </a:p>
        </p:txBody>
      </p:sp>
      <p:sp>
        <p:nvSpPr>
          <p:cNvPr id="15" name="TextBox 14"/>
          <p:cNvSpPr txBox="1"/>
          <p:nvPr/>
        </p:nvSpPr>
        <p:spPr>
          <a:xfrm>
            <a:off x="6452463" y="2532888"/>
            <a:ext cx="4751679"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6" name="TextBox 15"/>
          <p:cNvSpPr txBox="1"/>
          <p:nvPr/>
        </p:nvSpPr>
        <p:spPr>
          <a:xfrm>
            <a:off x="6452463" y="2898648"/>
            <a:ext cx="4751679" cy="475488"/>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a:t>
            </a:r>
          </a:p>
        </p:txBody>
      </p:sp>
      <p:sp>
        <p:nvSpPr>
          <p:cNvPr id="17" name="Oval 16"/>
          <p:cNvSpPr/>
          <p:nvPr/>
        </p:nvSpPr>
        <p:spPr>
          <a:xfrm>
            <a:off x="6470751" y="3419856"/>
            <a:ext cx="128016" cy="128016"/>
          </a:xfrm>
          <a:prstGeom prst="ellipse">
            <a:avLst/>
          </a:prstGeom>
          <a:solidFill>
            <a:schemeClr val="accent1"/>
          </a:solidFill>
          <a:ln>
            <a:noFill/>
          </a:ln>
          <a:effectLst/>
        </p:spPr>
        <p:txBody>
          <a:bodyPr rtlCol="0" anchor="ctr"/>
          <a:lstStyle/>
          <a:p>
            <a:pPr algn="ctr"/>
          </a:p>
        </p:txBody>
      </p:sp>
      <p:sp>
        <p:nvSpPr>
          <p:cNvPr id="18" name="TextBox 17"/>
          <p:cNvSpPr txBox="1"/>
          <p:nvPr/>
        </p:nvSpPr>
        <p:spPr>
          <a:xfrm>
            <a:off x="6708495" y="3374136"/>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19" name="Oval 18"/>
          <p:cNvSpPr/>
          <p:nvPr/>
        </p:nvSpPr>
        <p:spPr>
          <a:xfrm>
            <a:off x="6470751" y="3639312"/>
            <a:ext cx="128016" cy="128016"/>
          </a:xfrm>
          <a:prstGeom prst="ellipse">
            <a:avLst/>
          </a:prstGeom>
          <a:solidFill>
            <a:schemeClr val="accent1"/>
          </a:solidFill>
          <a:ln>
            <a:noFill/>
          </a:ln>
          <a:effectLst/>
        </p:spPr>
        <p:txBody>
          <a:bodyPr rtlCol="0" anchor="ctr"/>
          <a:lstStyle/>
          <a:p>
            <a:pPr algn="ctr"/>
          </a:p>
        </p:txBody>
      </p:sp>
      <p:sp>
        <p:nvSpPr>
          <p:cNvPr id="20" name="TextBox 19"/>
          <p:cNvSpPr txBox="1"/>
          <p:nvPr/>
        </p:nvSpPr>
        <p:spPr>
          <a:xfrm>
            <a:off x="6708495" y="3593592"/>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21" name="Oval 20"/>
          <p:cNvSpPr/>
          <p:nvPr/>
        </p:nvSpPr>
        <p:spPr>
          <a:xfrm>
            <a:off x="6470751" y="3858768"/>
            <a:ext cx="128016" cy="128016"/>
          </a:xfrm>
          <a:prstGeom prst="ellipse">
            <a:avLst/>
          </a:prstGeom>
          <a:solidFill>
            <a:schemeClr val="accent1"/>
          </a:solidFill>
          <a:ln>
            <a:noFill/>
          </a:ln>
          <a:effectLst/>
        </p:spPr>
        <p:txBody>
          <a:bodyPr rtlCol="0" anchor="ctr"/>
          <a:lstStyle/>
          <a:p>
            <a:pPr algn="ctr"/>
          </a:p>
        </p:txBody>
      </p:sp>
      <p:sp>
        <p:nvSpPr>
          <p:cNvPr id="22" name="TextBox 21"/>
          <p:cNvSpPr txBox="1"/>
          <p:nvPr/>
        </p:nvSpPr>
        <p:spPr>
          <a:xfrm>
            <a:off x="6708495" y="3813048"/>
            <a:ext cx="4495647" cy="219456"/>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a:t>
            </a:r>
          </a:p>
        </p:txBody>
      </p:sp>
      <p:sp>
        <p:nvSpPr>
          <p:cNvPr id="23" name="TextBox 22"/>
          <p:cNvSpPr txBox="1"/>
          <p:nvPr/>
        </p:nvSpPr>
        <p:spPr>
          <a:xfrm>
            <a:off x="822960" y="4343400"/>
            <a:ext cx="10545775" cy="310896"/>
          </a:xfrm>
          <a:prstGeom prst="rect">
            <a:avLst/>
          </a:prstGeom>
          <a:noFill/>
        </p:spPr>
        <p:txBody>
          <a:bodyPr wrap="square" anchor="t" lIns="0" rIns="0" tIns="0" bIns="0">
            <a:spAutoFit/>
          </a:bodyPr>
          <a:lstStyle/>
          <a:p>
            <a:pPr algn="l"/>
            <a:r>
              <a:rPr sz="1800" b="1">
                <a:solidFill>
                  <a:schemeClr val="tx1"/>
                </a:solidFill>
                <a:latin typeface="+mn-lt"/>
              </a:rPr>
              <a:t>Lorem Ipsum Dolor</a:t>
            </a:r>
          </a:p>
        </p:txBody>
      </p:sp>
      <p:sp>
        <p:nvSpPr>
          <p:cNvPr id="24" name="Oval 23"/>
          <p:cNvSpPr/>
          <p:nvPr/>
        </p:nvSpPr>
        <p:spPr>
          <a:xfrm>
            <a:off x="822959" y="4809744"/>
            <a:ext cx="128016" cy="128016"/>
          </a:xfrm>
          <a:prstGeom prst="ellipse">
            <a:avLst/>
          </a:prstGeom>
          <a:solidFill>
            <a:schemeClr val="accent1"/>
          </a:solidFill>
          <a:ln>
            <a:noFill/>
          </a:ln>
          <a:effectLst/>
        </p:spPr>
        <p:txBody>
          <a:bodyPr rtlCol="0" anchor="ctr"/>
          <a:lstStyle/>
          <a:p>
            <a:pPr algn="ctr"/>
          </a:p>
        </p:txBody>
      </p:sp>
      <p:sp>
        <p:nvSpPr>
          <p:cNvPr id="25" name="TextBox 24"/>
          <p:cNvSpPr txBox="1"/>
          <p:nvPr/>
        </p:nvSpPr>
        <p:spPr>
          <a:xfrm>
            <a:off x="1042416" y="4709160"/>
            <a:ext cx="2285314" cy="329184"/>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26" name="Oval 25"/>
          <p:cNvSpPr/>
          <p:nvPr/>
        </p:nvSpPr>
        <p:spPr>
          <a:xfrm>
            <a:off x="3503295" y="4809744"/>
            <a:ext cx="128016" cy="128016"/>
          </a:xfrm>
          <a:prstGeom prst="ellipse">
            <a:avLst/>
          </a:prstGeom>
          <a:solidFill>
            <a:schemeClr val="accent1"/>
          </a:solidFill>
          <a:ln>
            <a:noFill/>
          </a:ln>
          <a:effectLst/>
        </p:spPr>
        <p:txBody>
          <a:bodyPr rtlCol="0" anchor="ctr"/>
          <a:lstStyle/>
          <a:p>
            <a:pPr algn="ctr"/>
          </a:p>
        </p:txBody>
      </p:sp>
      <p:sp>
        <p:nvSpPr>
          <p:cNvPr id="27" name="TextBox 26"/>
          <p:cNvSpPr txBox="1"/>
          <p:nvPr/>
        </p:nvSpPr>
        <p:spPr>
          <a:xfrm>
            <a:off x="3722751" y="4709160"/>
            <a:ext cx="2285314" cy="329184"/>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28" name="Oval 27"/>
          <p:cNvSpPr/>
          <p:nvPr/>
        </p:nvSpPr>
        <p:spPr>
          <a:xfrm>
            <a:off x="6183630" y="4809744"/>
            <a:ext cx="128016" cy="128016"/>
          </a:xfrm>
          <a:prstGeom prst="ellipse">
            <a:avLst/>
          </a:prstGeom>
          <a:solidFill>
            <a:schemeClr val="accent1"/>
          </a:solidFill>
          <a:ln>
            <a:noFill/>
          </a:ln>
          <a:effectLst/>
        </p:spPr>
        <p:txBody>
          <a:bodyPr rtlCol="0" anchor="ctr"/>
          <a:lstStyle/>
          <a:p>
            <a:pPr algn="ctr"/>
          </a:p>
        </p:txBody>
      </p:sp>
      <p:sp>
        <p:nvSpPr>
          <p:cNvPr id="29" name="TextBox 28"/>
          <p:cNvSpPr txBox="1"/>
          <p:nvPr/>
        </p:nvSpPr>
        <p:spPr>
          <a:xfrm>
            <a:off x="6403086" y="4709160"/>
            <a:ext cx="2285314" cy="329184"/>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30" name="Oval 29"/>
          <p:cNvSpPr/>
          <p:nvPr/>
        </p:nvSpPr>
        <p:spPr>
          <a:xfrm>
            <a:off x="8863965" y="4809744"/>
            <a:ext cx="128016" cy="128016"/>
          </a:xfrm>
          <a:prstGeom prst="ellipse">
            <a:avLst/>
          </a:prstGeom>
          <a:solidFill>
            <a:schemeClr val="accent1"/>
          </a:solidFill>
          <a:ln>
            <a:noFill/>
          </a:ln>
          <a:effectLst/>
        </p:spPr>
        <p:txBody>
          <a:bodyPr rtlCol="0" anchor="ctr"/>
          <a:lstStyle/>
          <a:p>
            <a:pPr algn="ctr"/>
          </a:p>
        </p:txBody>
      </p:sp>
      <p:sp>
        <p:nvSpPr>
          <p:cNvPr id="31" name="TextBox 30"/>
          <p:cNvSpPr txBox="1"/>
          <p:nvPr/>
        </p:nvSpPr>
        <p:spPr>
          <a:xfrm>
            <a:off x="9083421" y="4709160"/>
            <a:ext cx="2285314" cy="329184"/>
          </a:xfrm>
          <a:prstGeom prst="rect">
            <a:avLst/>
          </a:prstGeom>
          <a:noFill/>
        </p:spPr>
        <p:txBody>
          <a:bodyPr wrap="square" anchor="ctr" lIns="0" rIns="0" tIns="0" bIns="0">
            <a:spAutoFit/>
          </a:bodyPr>
          <a:lstStyle/>
          <a:p>
            <a:pPr algn="l"/>
            <a:r>
              <a:rPr sz="1400" b="0">
                <a:solidFill>
                  <a:schemeClr val="tx1"/>
                </a:solidFill>
                <a:latin typeface="+mn-lt"/>
              </a:rPr>
              <a:t>Lorem Ipsum</a:t>
            </a:r>
          </a:p>
        </p:txBody>
      </p:sp>
      <p:sp>
        <p:nvSpPr>
          <p:cNvPr id="32" name="Rectangle 31"/>
          <p:cNvSpPr/>
          <p:nvPr/>
        </p:nvSpPr>
        <p:spPr>
          <a:xfrm>
            <a:off x="822960" y="5257800"/>
            <a:ext cx="10545775" cy="777240"/>
          </a:xfrm>
          <a:prstGeom prst="rect">
            <a:avLst/>
          </a:prstGeom>
          <a:solidFill>
            <a:schemeClr val="accent6"/>
          </a:solidFill>
          <a:ln>
            <a:noFill/>
          </a:ln>
          <a:effectLst/>
        </p:spPr>
        <p:txBody>
          <a:bodyPr rtlCol="0" anchor="ctr"/>
          <a:lstStyle/>
          <a:p>
            <a:pPr algn="ctr"/>
          </a:p>
        </p:txBody>
      </p:sp>
      <p:sp>
        <p:nvSpPr>
          <p:cNvPr id="33" name="TextBox 32"/>
          <p:cNvSpPr txBox="1"/>
          <p:nvPr/>
        </p:nvSpPr>
        <p:spPr>
          <a:xfrm>
            <a:off x="987552" y="5385816"/>
            <a:ext cx="3210458" cy="256032"/>
          </a:xfrm>
          <a:prstGeom prst="rect">
            <a:avLst/>
          </a:prstGeom>
          <a:noFill/>
        </p:spPr>
        <p:txBody>
          <a:bodyPr wrap="square" anchor="t" lIns="0" rIns="0" tIns="0" bIns="0">
            <a:spAutoFit/>
          </a:bodyPr>
          <a:lstStyle/>
          <a:p>
            <a:pPr algn="l"/>
            <a:r>
              <a:rPr sz="1400" b="0">
                <a:solidFill>
                  <a:schemeClr val="accent4"/>
                </a:solidFill>
                <a:latin typeface="+mn-lt"/>
              </a:rPr>
              <a:t>LOREM</a:t>
            </a:r>
          </a:p>
        </p:txBody>
      </p:sp>
      <p:sp>
        <p:nvSpPr>
          <p:cNvPr id="34" name="TextBox 33"/>
          <p:cNvSpPr txBox="1"/>
          <p:nvPr/>
        </p:nvSpPr>
        <p:spPr>
          <a:xfrm>
            <a:off x="987552" y="5660136"/>
            <a:ext cx="3210458" cy="310896"/>
          </a:xfrm>
          <a:prstGeom prst="rect">
            <a:avLst/>
          </a:prstGeom>
          <a:noFill/>
        </p:spPr>
        <p:txBody>
          <a:bodyPr wrap="square" anchor="t" lIns="0" rIns="0" tIns="0" bIns="0">
            <a:spAutoFit/>
          </a:bodyPr>
          <a:lstStyle/>
          <a:p>
            <a:pPr algn="l"/>
            <a:r>
              <a:rPr sz="1400" b="1">
                <a:solidFill>
                  <a:schemeClr val="bg1"/>
                </a:solidFill>
                <a:latin typeface="+mn-lt"/>
              </a:rPr>
              <a:t>Lorem Ipsum Dolor</a:t>
            </a:r>
          </a:p>
        </p:txBody>
      </p:sp>
      <p:sp>
        <p:nvSpPr>
          <p:cNvPr id="35" name="TextBox 34"/>
          <p:cNvSpPr txBox="1"/>
          <p:nvPr/>
        </p:nvSpPr>
        <p:spPr>
          <a:xfrm>
            <a:off x="4490618" y="5385816"/>
            <a:ext cx="3210458" cy="256032"/>
          </a:xfrm>
          <a:prstGeom prst="rect">
            <a:avLst/>
          </a:prstGeom>
          <a:noFill/>
        </p:spPr>
        <p:txBody>
          <a:bodyPr wrap="square" anchor="t" lIns="0" rIns="0" tIns="0" bIns="0">
            <a:spAutoFit/>
          </a:bodyPr>
          <a:lstStyle/>
          <a:p>
            <a:pPr algn="l"/>
            <a:r>
              <a:rPr sz="1400" b="0">
                <a:solidFill>
                  <a:schemeClr val="accent4"/>
                </a:solidFill>
                <a:latin typeface="+mn-lt"/>
              </a:rPr>
              <a:t>LOREM</a:t>
            </a:r>
          </a:p>
        </p:txBody>
      </p:sp>
      <p:sp>
        <p:nvSpPr>
          <p:cNvPr id="36" name="TextBox 35"/>
          <p:cNvSpPr txBox="1"/>
          <p:nvPr/>
        </p:nvSpPr>
        <p:spPr>
          <a:xfrm>
            <a:off x="4490618" y="5660136"/>
            <a:ext cx="3210458" cy="310896"/>
          </a:xfrm>
          <a:prstGeom prst="rect">
            <a:avLst/>
          </a:prstGeom>
          <a:noFill/>
        </p:spPr>
        <p:txBody>
          <a:bodyPr wrap="square" anchor="t" lIns="0" rIns="0" tIns="0" bIns="0">
            <a:spAutoFit/>
          </a:bodyPr>
          <a:lstStyle/>
          <a:p>
            <a:pPr algn="l"/>
            <a:r>
              <a:rPr sz="1400" b="1">
                <a:solidFill>
                  <a:schemeClr val="bg1"/>
                </a:solidFill>
                <a:latin typeface="+mn-lt"/>
              </a:rPr>
              <a:t>Lorem Ipsum Dolor</a:t>
            </a:r>
          </a:p>
        </p:txBody>
      </p:sp>
      <p:sp>
        <p:nvSpPr>
          <p:cNvPr id="37" name="TextBox 36"/>
          <p:cNvSpPr txBox="1"/>
          <p:nvPr/>
        </p:nvSpPr>
        <p:spPr>
          <a:xfrm>
            <a:off x="7993684" y="5385816"/>
            <a:ext cx="3210458" cy="256032"/>
          </a:xfrm>
          <a:prstGeom prst="rect">
            <a:avLst/>
          </a:prstGeom>
          <a:noFill/>
        </p:spPr>
        <p:txBody>
          <a:bodyPr wrap="square" anchor="t" lIns="0" rIns="0" tIns="0" bIns="0">
            <a:spAutoFit/>
          </a:bodyPr>
          <a:lstStyle/>
          <a:p>
            <a:pPr algn="l"/>
            <a:r>
              <a:rPr sz="1400" b="0">
                <a:solidFill>
                  <a:schemeClr val="accent4"/>
                </a:solidFill>
                <a:latin typeface="+mn-lt"/>
              </a:rPr>
              <a:t>LOREM</a:t>
            </a:r>
          </a:p>
        </p:txBody>
      </p:sp>
      <p:sp>
        <p:nvSpPr>
          <p:cNvPr id="38" name="TextBox 37"/>
          <p:cNvSpPr txBox="1"/>
          <p:nvPr/>
        </p:nvSpPr>
        <p:spPr>
          <a:xfrm>
            <a:off x="7993684" y="5660136"/>
            <a:ext cx="3210458" cy="310896"/>
          </a:xfrm>
          <a:prstGeom prst="rect">
            <a:avLst/>
          </a:prstGeom>
          <a:noFill/>
        </p:spPr>
        <p:txBody>
          <a:bodyPr wrap="square" anchor="t" lIns="0" rIns="0" tIns="0" bIns="0">
            <a:spAutoFit/>
          </a:bodyPr>
          <a:lstStyle/>
          <a:p>
            <a:pPr algn="l"/>
            <a:r>
              <a:rPr sz="1400" b="1">
                <a:solidFill>
                  <a:schemeClr val="bg1"/>
                </a:solidFill>
                <a:latin typeface="+mn-lt"/>
              </a:rPr>
              <a:t>Lorem Ipsum Dolor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TextBox 3"/>
          <p:cNvSpPr txBox="1"/>
          <p:nvPr/>
        </p:nvSpPr>
        <p:spPr>
          <a:xfrm>
            <a:off x="822960" y="1700784"/>
            <a:ext cx="10545775" cy="420624"/>
          </a:xfrm>
          <a:prstGeom prst="rect">
            <a:avLst/>
          </a:prstGeom>
          <a:noFill/>
        </p:spPr>
        <p:txBody>
          <a:bodyPr wrap="square" anchor="t" lIns="0" rIns="0" tIns="0" bIns="0">
            <a:spAutoFit/>
          </a:bodyPr>
          <a:lstStyle/>
          <a:p>
            <a:pPr algn="l"/>
            <a:r>
              <a:rPr sz="2000" b="1">
                <a:solidFill>
                  <a:schemeClr val="accent2"/>
                </a:solidFill>
                <a:latin typeface="+mn-lt"/>
              </a:rPr>
              <a:t>Lorem Ipsum Dolor Sit</a:t>
            </a:r>
          </a:p>
        </p:txBody>
      </p:sp>
      <p:sp>
        <p:nvSpPr>
          <p:cNvPr id="5" name="TextBox 4"/>
          <p:cNvSpPr txBox="1"/>
          <p:nvPr/>
        </p:nvSpPr>
        <p:spPr>
          <a:xfrm>
            <a:off x="822960" y="2176272"/>
            <a:ext cx="10545775" cy="804672"/>
          </a:xfrm>
          <a:prstGeom prst="rect">
            <a:avLst/>
          </a:prstGeom>
          <a:noFill/>
        </p:spPr>
        <p:txBody>
          <a:bodyPr wrap="square" anchor="t" lIns="0" rIns="0" tIns="0" bIns="0">
            <a:spAutoFit/>
          </a:bodyPr>
          <a:lstStyle/>
          <a:p>
            <a:pPr algn="l"/>
            <a:r>
              <a:rPr sz="1600" b="0">
                <a:solidFill>
                  <a:schemeClr val="tx1"/>
                </a:solidFill>
                <a:latin typeface="+mn-lt"/>
              </a:rPr>
              <a:t>Lorem ipsum dolor sit amet consectetur adipiscing elit sed do eiusmod tempor incididunt ut labore et dolore magna aliqua ut enim ad minim veniam quis</a:t>
            </a:r>
          </a:p>
        </p:txBody>
      </p:sp>
      <p:sp>
        <p:nvSpPr>
          <p:cNvPr id="6" name="Rectangle 5"/>
          <p:cNvSpPr/>
          <p:nvPr/>
        </p:nvSpPr>
        <p:spPr>
          <a:xfrm>
            <a:off x="822960" y="3813048"/>
            <a:ext cx="10545775" cy="27432"/>
          </a:xfrm>
          <a:prstGeom prst="rect">
            <a:avLst/>
          </a:prstGeom>
          <a:solidFill>
            <a:schemeClr val="accent4"/>
          </a:solidFill>
          <a:ln>
            <a:noFill/>
          </a:ln>
          <a:effectLst/>
        </p:spPr>
        <p:txBody>
          <a:bodyPr rtlCol="0" anchor="ctr"/>
          <a:lstStyle/>
          <a:p>
            <a:pPr algn="ctr"/>
          </a:p>
        </p:txBody>
      </p:sp>
      <p:sp>
        <p:nvSpPr>
          <p:cNvPr id="7" name="TextBox 6"/>
          <p:cNvSpPr txBox="1"/>
          <p:nvPr/>
        </p:nvSpPr>
        <p:spPr>
          <a:xfrm>
            <a:off x="822960" y="3154679"/>
            <a:ext cx="2416987" cy="566928"/>
          </a:xfrm>
          <a:prstGeom prst="rect">
            <a:avLst/>
          </a:prstGeom>
          <a:noFill/>
        </p:spPr>
        <p:txBody>
          <a:bodyPr wrap="square" anchor="b" lIns="0" rIns="0" tIns="0" bIns="0">
            <a:spAutoFit/>
          </a:bodyPr>
          <a:lstStyle/>
          <a:p>
            <a:pPr algn="l"/>
            <a:r>
              <a:rPr sz="1800" b="1">
                <a:solidFill>
                  <a:schemeClr val="tx1"/>
                </a:solidFill>
                <a:latin typeface="+mn-lt"/>
              </a:rPr>
              <a:t>Lorem Ipsum</a:t>
            </a:r>
          </a:p>
        </p:txBody>
      </p:sp>
      <p:sp>
        <p:nvSpPr>
          <p:cNvPr id="8" name="Oval 7"/>
          <p:cNvSpPr/>
          <p:nvPr/>
        </p:nvSpPr>
        <p:spPr>
          <a:xfrm>
            <a:off x="822960" y="3707891"/>
            <a:ext cx="237744" cy="237744"/>
          </a:xfrm>
          <a:prstGeom prst="ellipse">
            <a:avLst/>
          </a:prstGeom>
          <a:solidFill>
            <a:schemeClr val="accent1"/>
          </a:solidFill>
          <a:ln>
            <a:noFill/>
          </a:ln>
          <a:effectLst/>
        </p:spPr>
        <p:txBody>
          <a:bodyPr rtlCol="0" anchor="ctr"/>
          <a:lstStyle/>
          <a:p>
            <a:pPr algn="ctr"/>
          </a:p>
        </p:txBody>
      </p:sp>
      <p:sp>
        <p:nvSpPr>
          <p:cNvPr id="9" name="TextBox 8"/>
          <p:cNvSpPr txBox="1"/>
          <p:nvPr/>
        </p:nvSpPr>
        <p:spPr>
          <a:xfrm>
            <a:off x="822960" y="4069080"/>
            <a:ext cx="2416987" cy="117957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a:t>
            </a:r>
          </a:p>
        </p:txBody>
      </p:sp>
      <p:sp>
        <p:nvSpPr>
          <p:cNvPr id="10" name="TextBox 9"/>
          <p:cNvSpPr txBox="1"/>
          <p:nvPr/>
        </p:nvSpPr>
        <p:spPr>
          <a:xfrm>
            <a:off x="3532555" y="3154679"/>
            <a:ext cx="2416987" cy="566928"/>
          </a:xfrm>
          <a:prstGeom prst="rect">
            <a:avLst/>
          </a:prstGeom>
          <a:noFill/>
        </p:spPr>
        <p:txBody>
          <a:bodyPr wrap="square" anchor="b" lIns="0" rIns="0" tIns="0" bIns="0">
            <a:spAutoFit/>
          </a:bodyPr>
          <a:lstStyle/>
          <a:p>
            <a:pPr algn="l"/>
            <a:r>
              <a:rPr sz="1800" b="1">
                <a:solidFill>
                  <a:schemeClr val="tx1"/>
                </a:solidFill>
                <a:latin typeface="+mn-lt"/>
              </a:rPr>
              <a:t>Lorem Ipsum</a:t>
            </a:r>
          </a:p>
        </p:txBody>
      </p:sp>
      <p:sp>
        <p:nvSpPr>
          <p:cNvPr id="11" name="Oval 10"/>
          <p:cNvSpPr/>
          <p:nvPr/>
        </p:nvSpPr>
        <p:spPr>
          <a:xfrm>
            <a:off x="3532555" y="3707891"/>
            <a:ext cx="237744" cy="237744"/>
          </a:xfrm>
          <a:prstGeom prst="ellipse">
            <a:avLst/>
          </a:prstGeom>
          <a:solidFill>
            <a:schemeClr val="accent1"/>
          </a:solidFill>
          <a:ln>
            <a:noFill/>
          </a:ln>
          <a:effectLst/>
        </p:spPr>
        <p:txBody>
          <a:bodyPr rtlCol="0" anchor="ctr"/>
          <a:lstStyle/>
          <a:p>
            <a:pPr algn="ctr"/>
          </a:p>
        </p:txBody>
      </p:sp>
      <p:sp>
        <p:nvSpPr>
          <p:cNvPr id="12" name="TextBox 11"/>
          <p:cNvSpPr txBox="1"/>
          <p:nvPr/>
        </p:nvSpPr>
        <p:spPr>
          <a:xfrm>
            <a:off x="3532555" y="4069080"/>
            <a:ext cx="2416987" cy="117957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a:t>
            </a:r>
          </a:p>
        </p:txBody>
      </p:sp>
      <p:sp>
        <p:nvSpPr>
          <p:cNvPr id="13" name="TextBox 12"/>
          <p:cNvSpPr txBox="1"/>
          <p:nvPr/>
        </p:nvSpPr>
        <p:spPr>
          <a:xfrm>
            <a:off x="6242151" y="3154679"/>
            <a:ext cx="2416987" cy="566928"/>
          </a:xfrm>
          <a:prstGeom prst="rect">
            <a:avLst/>
          </a:prstGeom>
          <a:noFill/>
        </p:spPr>
        <p:txBody>
          <a:bodyPr wrap="square" anchor="b" lIns="0" rIns="0" tIns="0" bIns="0">
            <a:spAutoFit/>
          </a:bodyPr>
          <a:lstStyle/>
          <a:p>
            <a:pPr algn="l"/>
            <a:r>
              <a:rPr sz="1800" b="1">
                <a:solidFill>
                  <a:schemeClr val="tx1"/>
                </a:solidFill>
                <a:latin typeface="+mn-lt"/>
              </a:rPr>
              <a:t>Lorem Ipsum</a:t>
            </a:r>
          </a:p>
        </p:txBody>
      </p:sp>
      <p:sp>
        <p:nvSpPr>
          <p:cNvPr id="14" name="Oval 13"/>
          <p:cNvSpPr/>
          <p:nvPr/>
        </p:nvSpPr>
        <p:spPr>
          <a:xfrm>
            <a:off x="6242151" y="3707891"/>
            <a:ext cx="237744" cy="237744"/>
          </a:xfrm>
          <a:prstGeom prst="ellipse">
            <a:avLst/>
          </a:prstGeom>
          <a:solidFill>
            <a:schemeClr val="accent1"/>
          </a:solidFill>
          <a:ln>
            <a:noFill/>
          </a:ln>
          <a:effectLst/>
        </p:spPr>
        <p:txBody>
          <a:bodyPr rtlCol="0" anchor="ctr"/>
          <a:lstStyle/>
          <a:p>
            <a:pPr algn="ctr"/>
          </a:p>
        </p:txBody>
      </p:sp>
      <p:sp>
        <p:nvSpPr>
          <p:cNvPr id="15" name="TextBox 14"/>
          <p:cNvSpPr txBox="1"/>
          <p:nvPr/>
        </p:nvSpPr>
        <p:spPr>
          <a:xfrm>
            <a:off x="6242151" y="4069080"/>
            <a:ext cx="2416987" cy="117957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a:t>
            </a:r>
          </a:p>
        </p:txBody>
      </p:sp>
      <p:sp>
        <p:nvSpPr>
          <p:cNvPr id="16" name="TextBox 15"/>
          <p:cNvSpPr txBox="1"/>
          <p:nvPr/>
        </p:nvSpPr>
        <p:spPr>
          <a:xfrm>
            <a:off x="8951747" y="3154679"/>
            <a:ext cx="2416987" cy="566928"/>
          </a:xfrm>
          <a:prstGeom prst="rect">
            <a:avLst/>
          </a:prstGeom>
          <a:noFill/>
        </p:spPr>
        <p:txBody>
          <a:bodyPr wrap="square" anchor="b" lIns="0" rIns="0" tIns="0" bIns="0">
            <a:spAutoFit/>
          </a:bodyPr>
          <a:lstStyle/>
          <a:p>
            <a:pPr algn="l"/>
            <a:r>
              <a:rPr sz="1800" b="1">
                <a:solidFill>
                  <a:schemeClr val="tx1"/>
                </a:solidFill>
                <a:latin typeface="+mn-lt"/>
              </a:rPr>
              <a:t>Lorem Ipsum</a:t>
            </a:r>
          </a:p>
        </p:txBody>
      </p:sp>
      <p:sp>
        <p:nvSpPr>
          <p:cNvPr id="17" name="Oval 16"/>
          <p:cNvSpPr/>
          <p:nvPr/>
        </p:nvSpPr>
        <p:spPr>
          <a:xfrm>
            <a:off x="8951747" y="3707891"/>
            <a:ext cx="237744" cy="237744"/>
          </a:xfrm>
          <a:prstGeom prst="ellipse">
            <a:avLst/>
          </a:prstGeom>
          <a:solidFill>
            <a:schemeClr val="accent6"/>
          </a:solidFill>
          <a:ln>
            <a:noFill/>
          </a:ln>
          <a:effectLst/>
        </p:spPr>
        <p:txBody>
          <a:bodyPr rtlCol="0" anchor="ctr"/>
          <a:lstStyle/>
          <a:p>
            <a:pPr algn="ctr"/>
          </a:p>
        </p:txBody>
      </p:sp>
      <p:sp>
        <p:nvSpPr>
          <p:cNvPr id="18" name="TextBox 17"/>
          <p:cNvSpPr txBox="1"/>
          <p:nvPr/>
        </p:nvSpPr>
        <p:spPr>
          <a:xfrm>
            <a:off x="8951747" y="4069080"/>
            <a:ext cx="2416987" cy="1179576"/>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a:t>
            </a:r>
          </a:p>
        </p:txBody>
      </p:sp>
      <p:sp>
        <p:nvSpPr>
          <p:cNvPr id="19" name="TextBox 18"/>
          <p:cNvSpPr txBox="1"/>
          <p:nvPr/>
        </p:nvSpPr>
        <p:spPr>
          <a:xfrm>
            <a:off x="822960" y="5376672"/>
            <a:ext cx="10545775" cy="566928"/>
          </a:xfrm>
          <a:prstGeom prst="rect">
            <a:avLst/>
          </a:prstGeom>
          <a:noFill/>
        </p:spPr>
        <p:txBody>
          <a:bodyPr wrap="square" anchor="t" lIns="0" rIns="0" tIns="0" bIns="0">
            <a:spAutoFit/>
          </a:bodyPr>
          <a:lstStyle/>
          <a:p>
            <a:pPr algn="l"/>
            <a:r>
              <a:rPr sz="1400" b="0">
                <a:solidFill>
                  <a:schemeClr val="accent2"/>
                </a:solidFill>
                <a:latin typeface="+mn-lt"/>
              </a:rPr>
              <a:t>Lorem ipsum dolor sit amet consectetur adipiscing elit sed do eiusmod tempor incididunt ut labore et dolore magna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 Sit</a:t>
            </a:r>
          </a:p>
        </p:txBody>
      </p:sp>
      <p:sp>
        <p:nvSpPr>
          <p:cNvPr id="4" name="Rectangle 3"/>
          <p:cNvSpPr/>
          <p:nvPr/>
        </p:nvSpPr>
        <p:spPr>
          <a:xfrm>
            <a:off x="822960" y="1965960"/>
            <a:ext cx="10545775" cy="1222247"/>
          </a:xfrm>
          <a:prstGeom prst="rect">
            <a:avLst/>
          </a:prstGeom>
          <a:solidFill>
            <a:schemeClr val="bg2"/>
          </a:solidFill>
          <a:ln>
            <a:noFill/>
          </a:ln>
          <a:effectLst/>
        </p:spPr>
        <p:txBody>
          <a:bodyPr rtlCol="0" anchor="ctr"/>
          <a:lstStyle/>
          <a:p>
            <a:pPr algn="ctr"/>
          </a:p>
        </p:txBody>
      </p:sp>
      <p:sp>
        <p:nvSpPr>
          <p:cNvPr id="5" name="TextBox 4"/>
          <p:cNvSpPr txBox="1"/>
          <p:nvPr/>
        </p:nvSpPr>
        <p:spPr>
          <a:xfrm>
            <a:off x="822960" y="1965960"/>
            <a:ext cx="1417320" cy="1222247"/>
          </a:xfrm>
          <a:prstGeom prst="rect">
            <a:avLst/>
          </a:prstGeom>
          <a:noFill/>
        </p:spPr>
        <p:txBody>
          <a:bodyPr wrap="square" anchor="ctr" lIns="0" rIns="0" tIns="0" bIns="0">
            <a:spAutoFit/>
          </a:bodyPr>
          <a:lstStyle/>
          <a:p>
            <a:pPr algn="ctr"/>
            <a:r>
              <a:rPr sz="4400" b="1">
                <a:solidFill>
                  <a:schemeClr val="accent4"/>
                </a:solidFill>
                <a:latin typeface="+mj-lt"/>
              </a:rPr>
              <a:t>01</a:t>
            </a:r>
          </a:p>
        </p:txBody>
      </p:sp>
      <p:sp>
        <p:nvSpPr>
          <p:cNvPr id="6" name="TextBox 5"/>
          <p:cNvSpPr txBox="1"/>
          <p:nvPr/>
        </p:nvSpPr>
        <p:spPr>
          <a:xfrm>
            <a:off x="2240280" y="2112264"/>
            <a:ext cx="8963863"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Oval 6"/>
          <p:cNvSpPr/>
          <p:nvPr/>
        </p:nvSpPr>
        <p:spPr>
          <a:xfrm>
            <a:off x="2258568" y="2523236"/>
            <a:ext cx="128016" cy="128016"/>
          </a:xfrm>
          <a:prstGeom prst="ellipse">
            <a:avLst/>
          </a:prstGeom>
          <a:solidFill>
            <a:schemeClr val="accent1"/>
          </a:solidFill>
          <a:ln>
            <a:noFill/>
          </a:ln>
          <a:effectLst/>
        </p:spPr>
        <p:txBody>
          <a:bodyPr rtlCol="0" anchor="ctr"/>
          <a:lstStyle/>
          <a:p>
            <a:pPr algn="ctr"/>
          </a:p>
        </p:txBody>
      </p:sp>
      <p:sp>
        <p:nvSpPr>
          <p:cNvPr id="8" name="TextBox 7"/>
          <p:cNvSpPr txBox="1"/>
          <p:nvPr/>
        </p:nvSpPr>
        <p:spPr>
          <a:xfrm>
            <a:off x="2496312" y="2478024"/>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9" name="Oval 8"/>
          <p:cNvSpPr/>
          <p:nvPr/>
        </p:nvSpPr>
        <p:spPr>
          <a:xfrm>
            <a:off x="2258568" y="2741676"/>
            <a:ext cx="128016" cy="128016"/>
          </a:xfrm>
          <a:prstGeom prst="ellipse">
            <a:avLst/>
          </a:prstGeom>
          <a:solidFill>
            <a:schemeClr val="accent1"/>
          </a:solidFill>
          <a:ln>
            <a:noFill/>
          </a:ln>
          <a:effectLst/>
        </p:spPr>
        <p:txBody>
          <a:bodyPr rtlCol="0" anchor="ctr"/>
          <a:lstStyle/>
          <a:p>
            <a:pPr algn="ctr"/>
          </a:p>
        </p:txBody>
      </p:sp>
      <p:sp>
        <p:nvSpPr>
          <p:cNvPr id="10" name="TextBox 9"/>
          <p:cNvSpPr txBox="1"/>
          <p:nvPr/>
        </p:nvSpPr>
        <p:spPr>
          <a:xfrm>
            <a:off x="2496312" y="2696464"/>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1" name="Oval 10"/>
          <p:cNvSpPr/>
          <p:nvPr/>
        </p:nvSpPr>
        <p:spPr>
          <a:xfrm>
            <a:off x="2258568" y="2960116"/>
            <a:ext cx="128016" cy="128016"/>
          </a:xfrm>
          <a:prstGeom prst="ellipse">
            <a:avLst/>
          </a:prstGeom>
          <a:solidFill>
            <a:schemeClr val="accent1"/>
          </a:solidFill>
          <a:ln>
            <a:noFill/>
          </a:ln>
          <a:effectLst/>
        </p:spPr>
        <p:txBody>
          <a:bodyPr rtlCol="0" anchor="ctr"/>
          <a:lstStyle/>
          <a:p>
            <a:pPr algn="ctr"/>
          </a:p>
        </p:txBody>
      </p:sp>
      <p:sp>
        <p:nvSpPr>
          <p:cNvPr id="12" name="TextBox 11"/>
          <p:cNvSpPr txBox="1"/>
          <p:nvPr/>
        </p:nvSpPr>
        <p:spPr>
          <a:xfrm>
            <a:off x="2496312" y="2914903"/>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3" name="Rectangle 12"/>
          <p:cNvSpPr/>
          <p:nvPr/>
        </p:nvSpPr>
        <p:spPr>
          <a:xfrm>
            <a:off x="822960" y="3389375"/>
            <a:ext cx="10545775" cy="1222247"/>
          </a:xfrm>
          <a:prstGeom prst="rect">
            <a:avLst/>
          </a:prstGeom>
          <a:solidFill>
            <a:schemeClr val="bg2"/>
          </a:solidFill>
          <a:ln>
            <a:noFill/>
          </a:ln>
          <a:effectLst/>
        </p:spPr>
        <p:txBody>
          <a:bodyPr rtlCol="0" anchor="ctr"/>
          <a:lstStyle/>
          <a:p>
            <a:pPr algn="ctr"/>
          </a:p>
        </p:txBody>
      </p:sp>
      <p:sp>
        <p:nvSpPr>
          <p:cNvPr id="14" name="TextBox 13"/>
          <p:cNvSpPr txBox="1"/>
          <p:nvPr/>
        </p:nvSpPr>
        <p:spPr>
          <a:xfrm>
            <a:off x="822960" y="3389375"/>
            <a:ext cx="1417320" cy="1222247"/>
          </a:xfrm>
          <a:prstGeom prst="rect">
            <a:avLst/>
          </a:prstGeom>
          <a:noFill/>
        </p:spPr>
        <p:txBody>
          <a:bodyPr wrap="square" anchor="ctr" lIns="0" rIns="0" tIns="0" bIns="0">
            <a:spAutoFit/>
          </a:bodyPr>
          <a:lstStyle/>
          <a:p>
            <a:pPr algn="ctr"/>
            <a:r>
              <a:rPr sz="4400" b="1">
                <a:solidFill>
                  <a:schemeClr val="accent4"/>
                </a:solidFill>
                <a:latin typeface="+mj-lt"/>
              </a:rPr>
              <a:t>02</a:t>
            </a:r>
          </a:p>
        </p:txBody>
      </p:sp>
      <p:sp>
        <p:nvSpPr>
          <p:cNvPr id="15" name="TextBox 14"/>
          <p:cNvSpPr txBox="1"/>
          <p:nvPr/>
        </p:nvSpPr>
        <p:spPr>
          <a:xfrm>
            <a:off x="2240280" y="3535679"/>
            <a:ext cx="8963863"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6" name="Oval 15"/>
          <p:cNvSpPr/>
          <p:nvPr/>
        </p:nvSpPr>
        <p:spPr>
          <a:xfrm>
            <a:off x="2258568" y="3946651"/>
            <a:ext cx="128016" cy="128016"/>
          </a:xfrm>
          <a:prstGeom prst="ellipse">
            <a:avLst/>
          </a:prstGeom>
          <a:solidFill>
            <a:schemeClr val="accent1"/>
          </a:solidFill>
          <a:ln>
            <a:noFill/>
          </a:ln>
          <a:effectLst/>
        </p:spPr>
        <p:txBody>
          <a:bodyPr rtlCol="0" anchor="ctr"/>
          <a:lstStyle/>
          <a:p>
            <a:pPr algn="ctr"/>
          </a:p>
        </p:txBody>
      </p:sp>
      <p:sp>
        <p:nvSpPr>
          <p:cNvPr id="17" name="TextBox 16"/>
          <p:cNvSpPr txBox="1"/>
          <p:nvPr/>
        </p:nvSpPr>
        <p:spPr>
          <a:xfrm>
            <a:off x="2496312" y="3901439"/>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18" name="Oval 17"/>
          <p:cNvSpPr/>
          <p:nvPr/>
        </p:nvSpPr>
        <p:spPr>
          <a:xfrm>
            <a:off x="2258568" y="4165091"/>
            <a:ext cx="128016" cy="128016"/>
          </a:xfrm>
          <a:prstGeom prst="ellipse">
            <a:avLst/>
          </a:prstGeom>
          <a:solidFill>
            <a:schemeClr val="accent1"/>
          </a:solidFill>
          <a:ln>
            <a:noFill/>
          </a:ln>
          <a:effectLst/>
        </p:spPr>
        <p:txBody>
          <a:bodyPr rtlCol="0" anchor="ctr"/>
          <a:lstStyle/>
          <a:p>
            <a:pPr algn="ctr"/>
          </a:p>
        </p:txBody>
      </p:sp>
      <p:sp>
        <p:nvSpPr>
          <p:cNvPr id="19" name="TextBox 18"/>
          <p:cNvSpPr txBox="1"/>
          <p:nvPr/>
        </p:nvSpPr>
        <p:spPr>
          <a:xfrm>
            <a:off x="2496312" y="4119879"/>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20" name="Oval 19"/>
          <p:cNvSpPr/>
          <p:nvPr/>
        </p:nvSpPr>
        <p:spPr>
          <a:xfrm>
            <a:off x="2258568" y="4383531"/>
            <a:ext cx="128016" cy="128016"/>
          </a:xfrm>
          <a:prstGeom prst="ellipse">
            <a:avLst/>
          </a:prstGeom>
          <a:solidFill>
            <a:schemeClr val="accent1"/>
          </a:solidFill>
          <a:ln>
            <a:noFill/>
          </a:ln>
          <a:effectLst/>
        </p:spPr>
        <p:txBody>
          <a:bodyPr rtlCol="0" anchor="ctr"/>
          <a:lstStyle/>
          <a:p>
            <a:pPr algn="ctr"/>
          </a:p>
        </p:txBody>
      </p:sp>
      <p:sp>
        <p:nvSpPr>
          <p:cNvPr id="21" name="TextBox 20"/>
          <p:cNvSpPr txBox="1"/>
          <p:nvPr/>
        </p:nvSpPr>
        <p:spPr>
          <a:xfrm>
            <a:off x="2496312" y="4338319"/>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22" name="Rectangle 21"/>
          <p:cNvSpPr/>
          <p:nvPr/>
        </p:nvSpPr>
        <p:spPr>
          <a:xfrm>
            <a:off x="822960" y="4812791"/>
            <a:ext cx="10545775" cy="1222247"/>
          </a:xfrm>
          <a:prstGeom prst="rect">
            <a:avLst/>
          </a:prstGeom>
          <a:solidFill>
            <a:schemeClr val="bg2"/>
          </a:solidFill>
          <a:ln>
            <a:noFill/>
          </a:ln>
          <a:effectLst/>
        </p:spPr>
        <p:txBody>
          <a:bodyPr rtlCol="0" anchor="ctr"/>
          <a:lstStyle/>
          <a:p>
            <a:pPr algn="ctr"/>
          </a:p>
        </p:txBody>
      </p:sp>
      <p:sp>
        <p:nvSpPr>
          <p:cNvPr id="23" name="TextBox 22"/>
          <p:cNvSpPr txBox="1"/>
          <p:nvPr/>
        </p:nvSpPr>
        <p:spPr>
          <a:xfrm>
            <a:off x="822960" y="4812791"/>
            <a:ext cx="1417320" cy="1222247"/>
          </a:xfrm>
          <a:prstGeom prst="rect">
            <a:avLst/>
          </a:prstGeom>
          <a:noFill/>
        </p:spPr>
        <p:txBody>
          <a:bodyPr wrap="square" anchor="ctr" lIns="0" rIns="0" tIns="0" bIns="0">
            <a:spAutoFit/>
          </a:bodyPr>
          <a:lstStyle/>
          <a:p>
            <a:pPr algn="ctr"/>
            <a:r>
              <a:rPr sz="4400" b="1">
                <a:solidFill>
                  <a:schemeClr val="accent4"/>
                </a:solidFill>
                <a:latin typeface="+mj-lt"/>
              </a:rPr>
              <a:t>03</a:t>
            </a:r>
          </a:p>
        </p:txBody>
      </p:sp>
      <p:sp>
        <p:nvSpPr>
          <p:cNvPr id="24" name="TextBox 23"/>
          <p:cNvSpPr txBox="1"/>
          <p:nvPr/>
        </p:nvSpPr>
        <p:spPr>
          <a:xfrm>
            <a:off x="2240280" y="4959095"/>
            <a:ext cx="8963863" cy="365760"/>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25" name="Oval 24"/>
          <p:cNvSpPr/>
          <p:nvPr/>
        </p:nvSpPr>
        <p:spPr>
          <a:xfrm>
            <a:off x="2258568" y="5370067"/>
            <a:ext cx="128016" cy="128016"/>
          </a:xfrm>
          <a:prstGeom prst="ellipse">
            <a:avLst/>
          </a:prstGeom>
          <a:solidFill>
            <a:schemeClr val="accent1"/>
          </a:solidFill>
          <a:ln>
            <a:noFill/>
          </a:ln>
          <a:effectLst/>
        </p:spPr>
        <p:txBody>
          <a:bodyPr rtlCol="0" anchor="ctr"/>
          <a:lstStyle/>
          <a:p>
            <a:pPr algn="ctr"/>
          </a:p>
        </p:txBody>
      </p:sp>
      <p:sp>
        <p:nvSpPr>
          <p:cNvPr id="26" name="TextBox 25"/>
          <p:cNvSpPr txBox="1"/>
          <p:nvPr/>
        </p:nvSpPr>
        <p:spPr>
          <a:xfrm>
            <a:off x="2496312" y="5324855"/>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27" name="Oval 26"/>
          <p:cNvSpPr/>
          <p:nvPr/>
        </p:nvSpPr>
        <p:spPr>
          <a:xfrm>
            <a:off x="2258568" y="5588507"/>
            <a:ext cx="128016" cy="128016"/>
          </a:xfrm>
          <a:prstGeom prst="ellipse">
            <a:avLst/>
          </a:prstGeom>
          <a:solidFill>
            <a:schemeClr val="accent1"/>
          </a:solidFill>
          <a:ln>
            <a:noFill/>
          </a:ln>
          <a:effectLst/>
        </p:spPr>
        <p:txBody>
          <a:bodyPr rtlCol="0" anchor="ctr"/>
          <a:lstStyle/>
          <a:p>
            <a:pPr algn="ctr"/>
          </a:p>
        </p:txBody>
      </p:sp>
      <p:sp>
        <p:nvSpPr>
          <p:cNvPr id="28" name="TextBox 27"/>
          <p:cNvSpPr txBox="1"/>
          <p:nvPr/>
        </p:nvSpPr>
        <p:spPr>
          <a:xfrm>
            <a:off x="2496312" y="5543295"/>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
        <p:nvSpPr>
          <p:cNvPr id="29" name="Oval 28"/>
          <p:cNvSpPr/>
          <p:nvPr/>
        </p:nvSpPr>
        <p:spPr>
          <a:xfrm>
            <a:off x="2258568" y="5806947"/>
            <a:ext cx="128016" cy="128016"/>
          </a:xfrm>
          <a:prstGeom prst="ellipse">
            <a:avLst/>
          </a:prstGeom>
          <a:solidFill>
            <a:schemeClr val="accent1"/>
          </a:solidFill>
          <a:ln>
            <a:noFill/>
          </a:ln>
          <a:effectLst/>
        </p:spPr>
        <p:txBody>
          <a:bodyPr rtlCol="0" anchor="ctr"/>
          <a:lstStyle/>
          <a:p>
            <a:pPr algn="ctr"/>
          </a:p>
        </p:txBody>
      </p:sp>
      <p:sp>
        <p:nvSpPr>
          <p:cNvPr id="30" name="TextBox 29"/>
          <p:cNvSpPr txBox="1"/>
          <p:nvPr/>
        </p:nvSpPr>
        <p:spPr>
          <a:xfrm>
            <a:off x="2496312" y="5761735"/>
            <a:ext cx="8762695" cy="218439"/>
          </a:xfrm>
          <a:prstGeom prst="rect">
            <a:avLst/>
          </a:prstGeom>
          <a:noFill/>
        </p:spPr>
        <p:txBody>
          <a:bodyPr wrap="square" anchor="ctr" lIns="0" rIns="0" tIns="0" bIns="0">
            <a:spAutoFit/>
          </a:bodyPr>
          <a:lstStyle/>
          <a:p>
            <a:pPr algn="l"/>
            <a:r>
              <a:rPr sz="1400" b="0">
                <a:solidFill>
                  <a:schemeClr val="tx1"/>
                </a:solidFill>
                <a:latin typeface="+mn-lt"/>
              </a:rPr>
              <a:t>Lorem ipsum dolor sit amet consectetur adipiscing elit sed do eiusmod tempor incididunt ut labore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anchor="t" lIns="0" rIns="0" tIns="0" bIns="0">
            <a:spAutoFit/>
          </a:bodyPr>
          <a:lstStyle/>
          <a:p>
            <a:pPr algn="l"/>
            <a:r>
              <a:rPr sz="1400" b="1">
                <a:solidFill>
                  <a:schemeClr val="accent2"/>
                </a:solidFill>
                <a:latin typeface="+mn-lt"/>
              </a:rPr>
              <a:t>LOREM IPSUM</a:t>
            </a:r>
          </a:p>
        </p:txBody>
      </p:sp>
      <p:sp>
        <p:nvSpPr>
          <p:cNvPr id="3" name="TextBox 2"/>
          <p:cNvSpPr txBox="1"/>
          <p:nvPr/>
        </p:nvSpPr>
        <p:spPr>
          <a:xfrm>
            <a:off x="822960" y="1097280"/>
            <a:ext cx="10545775" cy="566928"/>
          </a:xfrm>
          <a:prstGeom prst="rect">
            <a:avLst/>
          </a:prstGeom>
          <a:noFill/>
        </p:spPr>
        <p:txBody>
          <a:bodyPr wrap="square" anchor="t" lIns="0" rIns="0" tIns="0" bIns="0">
            <a:spAutoFit/>
          </a:bodyPr>
          <a:lstStyle/>
          <a:p>
            <a:pPr algn="l"/>
            <a:r>
              <a:rPr sz="3200" b="1">
                <a:solidFill>
                  <a:schemeClr val="tx1"/>
                </a:solidFill>
                <a:latin typeface="+mj-lt"/>
              </a:rPr>
              <a:t>Lorem Ipsum Dolor</a:t>
            </a:r>
          </a:p>
        </p:txBody>
      </p:sp>
      <p:sp>
        <p:nvSpPr>
          <p:cNvPr id="4" name="Rectangle 3"/>
          <p:cNvSpPr/>
          <p:nvPr/>
        </p:nvSpPr>
        <p:spPr>
          <a:xfrm>
            <a:off x="822960" y="1965960"/>
            <a:ext cx="4429225" cy="4069079"/>
          </a:xfrm>
          <a:prstGeom prst="rect">
            <a:avLst/>
          </a:prstGeom>
          <a:solidFill>
            <a:schemeClr val="accent5"/>
          </a:solidFill>
          <a:ln>
            <a:noFill/>
          </a:ln>
          <a:effectLst/>
        </p:spPr>
        <p:txBody>
          <a:bodyPr rtlCol="0" anchor="ctr" wrap="square" lIns="164592" rIns="164592" tIns="109728" bIns="109728"/>
          <a:lstStyle/>
          <a:p>
            <a:pPr algn="ctr"/>
            <a:r>
              <a:rPr sz="1800" b="1">
                <a:solidFill>
                  <a:schemeClr val="tx1"/>
                </a:solidFill>
                <a:latin typeface="+mn-lt"/>
              </a:rPr>
              <a:t>Image, device or screenshot</a:t>
            </a:r>
          </a:p>
        </p:txBody>
      </p:sp>
      <p:sp>
        <p:nvSpPr>
          <p:cNvPr id="5" name="Rectangle 4"/>
          <p:cNvSpPr/>
          <p:nvPr/>
        </p:nvSpPr>
        <p:spPr>
          <a:xfrm>
            <a:off x="5727673" y="2020824"/>
            <a:ext cx="420624" cy="420624"/>
          </a:xfrm>
          <a:prstGeom prst="rect">
            <a:avLst/>
          </a:prstGeom>
          <a:solidFill>
            <a:schemeClr val="accent4"/>
          </a:solidFill>
          <a:ln>
            <a:noFill/>
          </a:ln>
          <a:effectLst/>
        </p:spPr>
        <p:txBody>
          <a:bodyPr rtlCol="0" anchor="ctr"/>
          <a:lstStyle/>
          <a:p>
            <a:pPr algn="ctr"/>
          </a:p>
        </p:txBody>
      </p:sp>
      <p:sp>
        <p:nvSpPr>
          <p:cNvPr id="6" name="TextBox 5"/>
          <p:cNvSpPr txBox="1"/>
          <p:nvPr/>
        </p:nvSpPr>
        <p:spPr>
          <a:xfrm>
            <a:off x="5727673" y="2532888"/>
            <a:ext cx="2674226"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7" name="TextBox 6"/>
          <p:cNvSpPr txBox="1"/>
          <p:nvPr/>
        </p:nvSpPr>
        <p:spPr>
          <a:xfrm>
            <a:off x="5727673" y="2898648"/>
            <a:ext cx="2674226" cy="98297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
        <p:nvSpPr>
          <p:cNvPr id="8" name="Rectangle 7"/>
          <p:cNvSpPr/>
          <p:nvPr/>
        </p:nvSpPr>
        <p:spPr>
          <a:xfrm>
            <a:off x="8694508" y="2020824"/>
            <a:ext cx="420624" cy="420624"/>
          </a:xfrm>
          <a:prstGeom prst="rect">
            <a:avLst/>
          </a:prstGeom>
          <a:solidFill>
            <a:schemeClr val="accent4"/>
          </a:solidFill>
          <a:ln>
            <a:noFill/>
          </a:ln>
          <a:effectLst/>
        </p:spPr>
        <p:txBody>
          <a:bodyPr rtlCol="0" anchor="ctr"/>
          <a:lstStyle/>
          <a:p>
            <a:pPr algn="ctr"/>
          </a:p>
        </p:txBody>
      </p:sp>
      <p:sp>
        <p:nvSpPr>
          <p:cNvPr id="9" name="TextBox 8"/>
          <p:cNvSpPr txBox="1"/>
          <p:nvPr/>
        </p:nvSpPr>
        <p:spPr>
          <a:xfrm>
            <a:off x="8694508" y="2532888"/>
            <a:ext cx="2674226"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0" name="TextBox 9"/>
          <p:cNvSpPr txBox="1"/>
          <p:nvPr/>
        </p:nvSpPr>
        <p:spPr>
          <a:xfrm>
            <a:off x="8694508" y="2898648"/>
            <a:ext cx="2674226" cy="98297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
        <p:nvSpPr>
          <p:cNvPr id="11" name="Rectangle 10"/>
          <p:cNvSpPr/>
          <p:nvPr/>
        </p:nvSpPr>
        <p:spPr>
          <a:xfrm>
            <a:off x="5727673" y="4055363"/>
            <a:ext cx="420624" cy="420624"/>
          </a:xfrm>
          <a:prstGeom prst="rect">
            <a:avLst/>
          </a:prstGeom>
          <a:solidFill>
            <a:schemeClr val="accent4"/>
          </a:solidFill>
          <a:ln>
            <a:noFill/>
          </a:ln>
          <a:effectLst/>
        </p:spPr>
        <p:txBody>
          <a:bodyPr rtlCol="0" anchor="ctr"/>
          <a:lstStyle/>
          <a:p>
            <a:pPr algn="ctr"/>
          </a:p>
        </p:txBody>
      </p:sp>
      <p:sp>
        <p:nvSpPr>
          <p:cNvPr id="12" name="TextBox 11"/>
          <p:cNvSpPr txBox="1"/>
          <p:nvPr/>
        </p:nvSpPr>
        <p:spPr>
          <a:xfrm>
            <a:off x="5727673" y="4567428"/>
            <a:ext cx="2674226"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3" name="TextBox 12"/>
          <p:cNvSpPr txBox="1"/>
          <p:nvPr/>
        </p:nvSpPr>
        <p:spPr>
          <a:xfrm>
            <a:off x="5727673" y="4933188"/>
            <a:ext cx="2674226" cy="98297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
        <p:nvSpPr>
          <p:cNvPr id="14" name="Rectangle 13"/>
          <p:cNvSpPr/>
          <p:nvPr/>
        </p:nvSpPr>
        <p:spPr>
          <a:xfrm>
            <a:off x="8694508" y="4055363"/>
            <a:ext cx="420624" cy="420624"/>
          </a:xfrm>
          <a:prstGeom prst="rect">
            <a:avLst/>
          </a:prstGeom>
          <a:solidFill>
            <a:schemeClr val="accent4"/>
          </a:solidFill>
          <a:ln>
            <a:noFill/>
          </a:ln>
          <a:effectLst/>
        </p:spPr>
        <p:txBody>
          <a:bodyPr rtlCol="0" anchor="ctr"/>
          <a:lstStyle/>
          <a:p>
            <a:pPr algn="ctr"/>
          </a:p>
        </p:txBody>
      </p:sp>
      <p:sp>
        <p:nvSpPr>
          <p:cNvPr id="15" name="TextBox 14"/>
          <p:cNvSpPr txBox="1"/>
          <p:nvPr/>
        </p:nvSpPr>
        <p:spPr>
          <a:xfrm>
            <a:off x="8694508" y="4567428"/>
            <a:ext cx="2674226" cy="347472"/>
          </a:xfrm>
          <a:prstGeom prst="rect">
            <a:avLst/>
          </a:prstGeom>
          <a:noFill/>
        </p:spPr>
        <p:txBody>
          <a:bodyPr wrap="square" anchor="t" lIns="0" rIns="0" tIns="0" bIns="0">
            <a:spAutoFit/>
          </a:bodyPr>
          <a:lstStyle/>
          <a:p>
            <a:pPr algn="l"/>
            <a:r>
              <a:rPr sz="1800" b="1">
                <a:solidFill>
                  <a:schemeClr val="tx1"/>
                </a:solidFill>
                <a:latin typeface="+mn-lt"/>
              </a:rPr>
              <a:t>Lorem Ipsum</a:t>
            </a:r>
          </a:p>
        </p:txBody>
      </p:sp>
      <p:sp>
        <p:nvSpPr>
          <p:cNvPr id="16" name="TextBox 15"/>
          <p:cNvSpPr txBox="1"/>
          <p:nvPr/>
        </p:nvSpPr>
        <p:spPr>
          <a:xfrm>
            <a:off x="8694508" y="4933188"/>
            <a:ext cx="2674226" cy="982979"/>
          </a:xfrm>
          <a:prstGeom prst="rect">
            <a:avLst/>
          </a:prstGeom>
          <a:noFill/>
        </p:spPr>
        <p:txBody>
          <a:bodyPr wrap="square" anchor="t" lIns="0" rIns="0" tIns="0" bIns="0">
            <a:spAutoFit/>
          </a:bodyPr>
          <a:lstStyle/>
          <a:p>
            <a:pPr algn="l"/>
            <a:r>
              <a:rPr sz="1400" b="0">
                <a:solidFill>
                  <a:schemeClr val="tx1"/>
                </a:solidFill>
                <a:latin typeface="+mn-lt"/>
              </a:rPr>
              <a:t>Lorem ipsum dolor sit amet consectetur adipiscing elit sed do eiusmod tempor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04040"/>
      </a:dk2>
      <a:lt2>
        <a:srgbClr val="F2F2F2"/>
      </a:lt2>
      <a:accent1>
        <a:srgbClr val="595959"/>
      </a:accent1>
      <a:accent2>
        <a:srgbClr val="7F7F7F"/>
      </a:accent2>
      <a:accent3>
        <a:srgbClr val="A6A6A6"/>
      </a:accent3>
      <a:accent4>
        <a:srgbClr val="BFBFBF"/>
      </a:accent4>
      <a:accent5>
        <a:srgbClr val="D9D9D9"/>
      </a:accent5>
      <a:accent6>
        <a:srgbClr val="262626"/>
      </a:accent6>
      <a:hlink>
        <a:srgbClr val="808080"/>
      </a:hlink>
      <a:folHlink>
        <a:srgbClr val="808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