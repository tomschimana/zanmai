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chemeClr val="accent1"/>
              </a:solidFill>
              <a:ln>
                <a:solidFill>
                  <a:schemeClr val="bg1"/>
                </a:solidFill>
              </a:ln>
            </c:spPr>
          </c:dPt>
          <c:dPt>
            <c:idx val="1"/>
            <c:spPr>
              <a:solidFill>
                <a:schemeClr val="accent2"/>
              </a:solidFill>
              <a:ln>
                <a:solidFill>
                  <a:schemeClr val="bg1"/>
                </a:solidFill>
              </a:ln>
            </c:spPr>
          </c:dPt>
          <c:dPt>
            <c:idx val="2"/>
            <c:spPr>
              <a:solidFill>
                <a:schemeClr val="accent3"/>
              </a:solidFill>
              <a:ln>
                <a:solidFill>
                  <a:schemeClr val="bg1"/>
                </a:solidFill>
              </a:ln>
            </c:spPr>
          </c:dPt>
          <c:dPt>
            <c:idx val="3"/>
            <c:spPr>
              <a:solidFill>
                <a:schemeClr val="accent5"/>
              </a:solidFill>
              <a:ln>
                <a:solidFill>
                  <a:schemeClr val="bg1"/>
                </a:solidFill>
              </a:ln>
            </c:spPr>
          </c:dPt>
          <c:cat>
            <c:strRef>
              <c:f>Sheet1!$A$2:$A$5</c:f>
              <c:strCache>
                <c:ptCount val="4"/>
                <c:pt idx="0">
                  <c:v>Lorem</c:v>
                </c:pt>
                <c:pt idx="1">
                  <c:v>Lorem</c:v>
                </c:pt>
                <c:pt idx="2">
                  <c:v>Lorem</c:v>
                </c:pt>
                <c:pt idx="3">
                  <c:v>Lorem</c:v>
                </c:pt>
              </c:strCache>
            </c:strRef>
          </c:cat>
          <c:val>
            <c:numRef>
              <c:f>Sheet1!$B$2:$B$5</c:f>
              <c:numCache>
                <c:formatCode>General</c:formatCode>
                <c:ptCount val="4"/>
                <c:pt idx="0">
                  <c:v>45</c:v>
                </c:pt>
                <c:pt idx="1">
                  <c:v>25</c:v>
                </c:pt>
                <c:pt idx="2">
                  <c:v>20</c:v>
                </c:pt>
                <c:pt idx="3">
                  <c:v>10</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4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Lorem</c:v>
                </c:pt>
              </c:strCache>
            </c:strRef>
          </c:tx>
          <c:spPr>
            <a:solidFill>
              <a:schemeClr val="accent1"/>
            </a:solidFill>
          </c:spPr>
          <c:cat>
            <c:strRef>
              <c:f>Sheet1!$A$2:$A$5</c:f>
              <c:strCache>
                <c:ptCount val="4"/>
                <c:pt idx="0">
                  <c:v>Lorem</c:v>
                </c:pt>
                <c:pt idx="1">
                  <c:v>Lorem</c:v>
                </c:pt>
                <c:pt idx="2">
                  <c:v>Lorem</c:v>
                </c:pt>
                <c:pt idx="3">
                  <c:v>Lorem</c:v>
                </c:pt>
              </c:strCache>
            </c:strRef>
          </c:cat>
          <c:val>
            <c:numRef>
              <c:f>Sheet1!$B$2:$B$5</c:f>
              <c:numCache>
                <c:formatCode>General</c:formatCode>
                <c:ptCount val="4"/>
                <c:pt idx="0">
                  <c:v>31</c:v>
                </c:pt>
                <c:pt idx="1">
                  <c:v>45</c:v>
                </c:pt>
                <c:pt idx="2">
                  <c:v>38</c:v>
                </c:pt>
                <c:pt idx="3">
                  <c:v>52</c:v>
                </c:pt>
              </c:numCache>
            </c:numRef>
          </c:val>
        </c:ser>
        <c:ser>
          <c:idx val="1"/>
          <c:order val="1"/>
          <c:tx>
            <c:strRef>
              <c:f>Sheet1!$C$1</c:f>
              <c:strCache>
                <c:ptCount val="1"/>
                <c:pt idx="0">
                  <c:v>Lorem</c:v>
                </c:pt>
              </c:strCache>
            </c:strRef>
          </c:tx>
          <c:spPr>
            <a:solidFill>
              <a:schemeClr val="accent4"/>
            </a:solidFill>
          </c:spPr>
          <c:cat>
            <c:strRef>
              <c:f>Sheet1!$A$2:$A$5</c:f>
              <c:strCache>
                <c:ptCount val="4"/>
                <c:pt idx="0">
                  <c:v>Lorem</c:v>
                </c:pt>
                <c:pt idx="1">
                  <c:v>Lorem</c:v>
                </c:pt>
                <c:pt idx="2">
                  <c:v>Lorem</c:v>
                </c:pt>
                <c:pt idx="3">
                  <c:v>Lorem</c:v>
                </c:pt>
              </c:strCache>
            </c:strRef>
          </c:cat>
          <c:val>
            <c:numRef>
              <c:f>Sheet1!$C$2:$C$5</c:f>
              <c:numCache>
                <c:formatCode>General</c:formatCode>
                <c:ptCount val="4"/>
                <c:pt idx="0">
                  <c:v>25</c:v>
                </c:pt>
                <c:pt idx="1">
                  <c:v>39</c:v>
                </c:pt>
                <c:pt idx="2">
                  <c:v>44</c:v>
                </c:pt>
                <c:pt idx="3">
                  <c:v>41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4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Lorem</c:v>
                </c:pt>
              </c:strCache>
            </c:strRef>
          </c:tx>
          <c:spPr>
            <a:ln w="31750">
              <a:solidFill>
                <a:schemeClr val="accent1"/>
              </a:solidFill>
            </a:ln>
          </c:spPr>
          <c:cat>
            <c:strRef>
              <c:f>Sheet1!$A$2:$A$7</c:f>
              <c:strCache>
                <c:ptCount val="6"/>
                <c:pt idx="0">
                  <c:v>Lorem</c:v>
                </c:pt>
                <c:pt idx="1">
                  <c:v>Lorem</c:v>
                </c:pt>
                <c:pt idx="2">
                  <c:v>Lorem</c:v>
                </c:pt>
                <c:pt idx="3">
                  <c:v>Lorem</c:v>
                </c:pt>
                <c:pt idx="4">
                  <c:v>Lorem</c:v>
                </c:pt>
                <c:pt idx="5">
                  <c:v>Lorem</c:v>
                </c:pt>
              </c:strCache>
            </c:strRef>
          </c:cat>
          <c:val>
            <c:numRef>
              <c:f>Sheet1!$B$2:$B$7</c:f>
              <c:numCache>
                <c:formatCode>General</c:formatCode>
                <c:ptCount val="6"/>
                <c:pt idx="0">
                  <c:v>12</c:v>
                </c:pt>
                <c:pt idx="1">
                  <c:v>26</c:v>
                </c:pt>
                <c:pt idx="2">
                  <c:v>38</c:v>
                </c:pt>
                <c:pt idx="3">
                  <c:v>55</c:v>
                </c:pt>
                <c:pt idx="4">
                  <c:v>78</c:v>
                </c:pt>
                <c:pt idx="5">
                  <c:v>92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4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a:t>
            </a:r>
          </a:p>
        </p:txBody>
      </p:sp>
      <p:sp>
        <p:nvSpPr>
          <p:cNvPr id="4" name="Rectangle 3"/>
          <p:cNvSpPr/>
          <p:nvPr/>
        </p:nvSpPr>
        <p:spPr>
          <a:xfrm>
            <a:off x="822960" y="2606039"/>
            <a:ext cx="3320186" cy="3017520"/>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a:t>
            </a:r>
          </a:p>
        </p:txBody>
      </p:sp>
      <p:sp>
        <p:nvSpPr>
          <p:cNvPr id="5" name="Oval 4"/>
          <p:cNvSpPr/>
          <p:nvPr/>
        </p:nvSpPr>
        <p:spPr>
          <a:xfrm>
            <a:off x="3594506" y="2368296"/>
            <a:ext cx="475488" cy="475488"/>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01</a:t>
            </a:r>
          </a:p>
        </p:txBody>
      </p:sp>
      <p:sp>
        <p:nvSpPr>
          <p:cNvPr id="6" name="Rectangle 5"/>
          <p:cNvSpPr/>
          <p:nvPr/>
        </p:nvSpPr>
        <p:spPr>
          <a:xfrm>
            <a:off x="4435754" y="2606039"/>
            <a:ext cx="3320186" cy="3017520"/>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a:t>
            </a:r>
          </a:p>
        </p:txBody>
      </p:sp>
      <p:sp>
        <p:nvSpPr>
          <p:cNvPr id="7" name="Oval 6"/>
          <p:cNvSpPr/>
          <p:nvPr/>
        </p:nvSpPr>
        <p:spPr>
          <a:xfrm>
            <a:off x="7207300" y="2368296"/>
            <a:ext cx="475488" cy="475488"/>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02</a:t>
            </a:r>
          </a:p>
        </p:txBody>
      </p:sp>
      <p:sp>
        <p:nvSpPr>
          <p:cNvPr id="8" name="Rectangle 7"/>
          <p:cNvSpPr/>
          <p:nvPr/>
        </p:nvSpPr>
        <p:spPr>
          <a:xfrm>
            <a:off x="8048548" y="2606039"/>
            <a:ext cx="3320186" cy="3017520"/>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a:t>
            </a:r>
          </a:p>
        </p:txBody>
      </p:sp>
      <p:sp>
        <p:nvSpPr>
          <p:cNvPr id="9" name="Oval 8"/>
          <p:cNvSpPr/>
          <p:nvPr/>
        </p:nvSpPr>
        <p:spPr>
          <a:xfrm>
            <a:off x="10820095" y="2368296"/>
            <a:ext cx="475488" cy="475488"/>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292608"/>
          </a:xfrm>
          <a:prstGeom prst="rect">
            <a:avLst/>
          </a:prstGeom>
          <a:noFill/>
        </p:spPr>
        <p:txBody>
          <a:bodyPr wrap="square" anchor="t" lIns="0" rIns="0" tIns="0" bIns="0">
            <a:spAutoFit/>
          </a:bodyPr>
          <a:lstStyle/>
          <a:p>
            <a:pPr algn="l"/>
            <a:r>
              <a:rPr sz="1400" b="1">
                <a:solidFill>
                  <a:schemeClr val="accent2"/>
                </a:solidFill>
                <a:latin typeface="+mn-lt"/>
              </a:rPr>
              <a:t>LOREM IPSUM</a:t>
            </a:r>
          </a:p>
        </p:txBody>
      </p:sp>
      <p:sp>
        <p:nvSpPr>
          <p:cNvPr id="3" name="TextBox 2"/>
          <p:cNvSpPr txBox="1"/>
          <p:nvPr/>
        </p:nvSpPr>
        <p:spPr>
          <a:xfrm>
            <a:off x="822960" y="1170432"/>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4" name="TextBox 3"/>
          <p:cNvSpPr txBox="1"/>
          <p:nvPr/>
        </p:nvSpPr>
        <p:spPr>
          <a:xfrm>
            <a:off x="822960" y="1828800"/>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a:t>
            </a:r>
          </a:p>
        </p:txBody>
      </p:sp>
      <p:sp>
        <p:nvSpPr>
          <p:cNvPr id="5" name="Rectangle 4"/>
          <p:cNvSpPr/>
          <p:nvPr/>
        </p:nvSpPr>
        <p:spPr>
          <a:xfrm>
            <a:off x="822960" y="2788920"/>
            <a:ext cx="3320186" cy="2862072"/>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id="6" name="Rectangle 5"/>
          <p:cNvSpPr/>
          <p:nvPr/>
        </p:nvSpPr>
        <p:spPr>
          <a:xfrm>
            <a:off x="4435754" y="2788920"/>
            <a:ext cx="3320186" cy="2862072"/>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id="7" name="Rectangle 6"/>
          <p:cNvSpPr/>
          <p:nvPr/>
        </p:nvSpPr>
        <p:spPr>
          <a:xfrm>
            <a:off x="8048548" y="2788920"/>
            <a:ext cx="3320186" cy="2862072"/>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4000" b="1">
                <a:solidFill>
                  <a:schemeClr val="tx1"/>
                </a:solidFill>
                <a:latin typeface="+mj-lt"/>
              </a:rPr>
              <a:t>Lorem Ipsum Dolor</a:t>
            </a:r>
          </a:p>
        </p:txBody>
      </p:sp>
      <p:sp>
        <p:nvSpPr>
          <p:cNvPr id="3" name="Rectangle 2"/>
          <p:cNvSpPr/>
          <p:nvPr/>
        </p:nvSpPr>
        <p:spPr>
          <a:xfrm>
            <a:off x="822960" y="2011680"/>
            <a:ext cx="3271418" cy="3840480"/>
          </a:xfrm>
          <a:prstGeom prst="rect">
            <a:avLst/>
          </a:prstGeom>
          <a:solidFill>
            <a:schemeClr val="bg2"/>
          </a:solidFill>
          <a:ln>
            <a:noFill/>
          </a:ln>
          <a:effectLst/>
        </p:spPr>
        <p:txBody>
          <a:bodyPr rtlCol="0" anchor="t" lIns="164592" rIns="164592" tIns="109728" bIns="109728" wrap="square"/>
          <a:lstStyle/>
          <a:p>
            <a:pPr algn="l">
              <a:spcAft>
                <a:spcPts val="400"/>
              </a:spcAft>
            </a:pPr>
            <a:r>
              <a:rPr sz="2400" b="1">
                <a:solidFill>
                  <a:schemeClr val="tx1"/>
                </a:solidFill>
                <a:latin typeface="+mn-lt"/>
              </a:rPr>
              <a:t>Lorem Ipsum</a:t>
            </a:r>
          </a:p>
          <a:p>
            <a:pPr algn="l">
              <a:spcAft>
                <a:spcPts val="400"/>
              </a:spcAft>
            </a:pPr>
            <a:r>
              <a:rPr sz="2000" b="0">
                <a:solidFill>
                  <a:schemeClr val="tx1"/>
                </a:solidFill>
                <a:latin typeface="+mn-lt"/>
              </a:rPr>
              <a:t>Lorem ipsum dolor sit amet consectetur adipiscing elit sed do eiusmod tempor incididunt ut labore et dolore magna aliqua ut enim ad minim veniam quis nostrud</a:t>
            </a:r>
          </a:p>
        </p:txBody>
      </p:sp>
      <p:sp>
        <p:nvSpPr>
          <p:cNvPr id="4" name="Oval 3"/>
          <p:cNvSpPr/>
          <p:nvPr/>
        </p:nvSpPr>
        <p:spPr>
          <a:xfrm>
            <a:off x="3362858" y="1682496"/>
            <a:ext cx="658368" cy="658368"/>
          </a:xfrm>
          <a:prstGeom prst="ellipse">
            <a:avLst/>
          </a:prstGeom>
          <a:solidFill>
            <a:schemeClr val="accent1"/>
          </a:solidFill>
          <a:ln>
            <a:noFill/>
          </a:ln>
          <a:effectLst/>
        </p:spPr>
        <p:txBody>
          <a:bodyPr rtlCol="0" anchor="ctr" wrap="none" lIns="0" rIns="0" tIns="0" bIns="0"/>
          <a:lstStyle/>
          <a:p>
            <a:pPr algn="ctr"/>
            <a:r>
              <a:rPr sz="2000" b="1">
                <a:solidFill>
                  <a:schemeClr val="bg1"/>
                </a:solidFill>
                <a:latin typeface="+mn-lt"/>
              </a:rPr>
              <a:t>01</a:t>
            </a:r>
          </a:p>
        </p:txBody>
      </p:sp>
      <p:sp>
        <p:nvSpPr>
          <p:cNvPr id="5" name="Rectangle 4"/>
          <p:cNvSpPr/>
          <p:nvPr/>
        </p:nvSpPr>
        <p:spPr>
          <a:xfrm>
            <a:off x="4460138" y="2011680"/>
            <a:ext cx="3271418" cy="3840480"/>
          </a:xfrm>
          <a:prstGeom prst="rect">
            <a:avLst/>
          </a:prstGeom>
          <a:solidFill>
            <a:schemeClr val="bg2"/>
          </a:solidFill>
          <a:ln>
            <a:noFill/>
          </a:ln>
          <a:effectLst/>
        </p:spPr>
        <p:txBody>
          <a:bodyPr rtlCol="0" anchor="t" lIns="164592" rIns="164592" tIns="109728" bIns="109728" wrap="square"/>
          <a:lstStyle/>
          <a:p>
            <a:pPr algn="l">
              <a:spcAft>
                <a:spcPts val="400"/>
              </a:spcAft>
            </a:pPr>
            <a:r>
              <a:rPr sz="2400" b="1">
                <a:solidFill>
                  <a:schemeClr val="tx1"/>
                </a:solidFill>
                <a:latin typeface="+mn-lt"/>
              </a:rPr>
              <a:t>Lorem Ipsum</a:t>
            </a:r>
          </a:p>
          <a:p>
            <a:pPr algn="l">
              <a:spcAft>
                <a:spcPts val="400"/>
              </a:spcAft>
            </a:pPr>
            <a:r>
              <a:rPr sz="2000" b="0">
                <a:solidFill>
                  <a:schemeClr val="tx1"/>
                </a:solidFill>
                <a:latin typeface="+mn-lt"/>
              </a:rPr>
              <a:t>Lorem ipsum dolor sit amet consectetur adipiscing elit sed do eiusmod tempor incididunt ut labore et dolore magna aliqua ut enim ad minim veniam quis nostrud</a:t>
            </a:r>
          </a:p>
        </p:txBody>
      </p:sp>
      <p:sp>
        <p:nvSpPr>
          <p:cNvPr id="6" name="Oval 5"/>
          <p:cNvSpPr/>
          <p:nvPr/>
        </p:nvSpPr>
        <p:spPr>
          <a:xfrm>
            <a:off x="7000036" y="1682496"/>
            <a:ext cx="658368" cy="658368"/>
          </a:xfrm>
          <a:prstGeom prst="ellipse">
            <a:avLst/>
          </a:prstGeom>
          <a:solidFill>
            <a:schemeClr val="accent1"/>
          </a:solidFill>
          <a:ln>
            <a:noFill/>
          </a:ln>
          <a:effectLst/>
        </p:spPr>
        <p:txBody>
          <a:bodyPr rtlCol="0" anchor="ctr" wrap="none" lIns="0" rIns="0" tIns="0" bIns="0"/>
          <a:lstStyle/>
          <a:p>
            <a:pPr algn="ctr"/>
            <a:r>
              <a:rPr sz="2000" b="1">
                <a:solidFill>
                  <a:schemeClr val="bg1"/>
                </a:solidFill>
                <a:latin typeface="+mn-lt"/>
              </a:rPr>
              <a:t>02</a:t>
            </a:r>
          </a:p>
        </p:txBody>
      </p:sp>
      <p:sp>
        <p:nvSpPr>
          <p:cNvPr id="7" name="Rectangle 6"/>
          <p:cNvSpPr/>
          <p:nvPr/>
        </p:nvSpPr>
        <p:spPr>
          <a:xfrm>
            <a:off x="8097316" y="2011680"/>
            <a:ext cx="3271418" cy="3840480"/>
          </a:xfrm>
          <a:prstGeom prst="rect">
            <a:avLst/>
          </a:prstGeom>
          <a:solidFill>
            <a:schemeClr val="bg2"/>
          </a:solidFill>
          <a:ln>
            <a:noFill/>
          </a:ln>
          <a:effectLst/>
        </p:spPr>
        <p:txBody>
          <a:bodyPr rtlCol="0" anchor="t" lIns="164592" rIns="164592" tIns="109728" bIns="109728" wrap="square"/>
          <a:lstStyle/>
          <a:p>
            <a:pPr algn="l">
              <a:spcAft>
                <a:spcPts val="400"/>
              </a:spcAft>
            </a:pPr>
            <a:r>
              <a:rPr sz="2400" b="1">
                <a:solidFill>
                  <a:schemeClr val="tx1"/>
                </a:solidFill>
                <a:latin typeface="+mn-lt"/>
              </a:rPr>
              <a:t>Lorem Ipsum</a:t>
            </a:r>
          </a:p>
          <a:p>
            <a:pPr algn="l">
              <a:spcAft>
                <a:spcPts val="400"/>
              </a:spcAft>
            </a:pPr>
            <a:r>
              <a:rPr sz="2000" b="0">
                <a:solidFill>
                  <a:schemeClr val="tx1"/>
                </a:solidFill>
                <a:latin typeface="+mn-lt"/>
              </a:rPr>
              <a:t>Lorem ipsum dolor sit amet consectetur adipiscing elit sed do eiusmod tempor incididunt ut labore et dolore magna aliqua ut enim ad minim veniam quis nostrud</a:t>
            </a:r>
          </a:p>
        </p:txBody>
      </p:sp>
      <p:sp>
        <p:nvSpPr>
          <p:cNvPr id="8" name="Oval 7"/>
          <p:cNvSpPr/>
          <p:nvPr/>
        </p:nvSpPr>
        <p:spPr>
          <a:xfrm>
            <a:off x="10637215" y="1682496"/>
            <a:ext cx="658368" cy="658368"/>
          </a:xfrm>
          <a:prstGeom prst="ellipse">
            <a:avLst/>
          </a:prstGeom>
          <a:solidFill>
            <a:schemeClr val="accent1"/>
          </a:solidFill>
          <a:ln>
            <a:noFill/>
          </a:ln>
          <a:effectLst/>
        </p:spPr>
        <p:txBody>
          <a:bodyPr rtlCol="0" anchor="ctr" wrap="none" lIns="0" rIns="0" tIns="0" bIns="0"/>
          <a:lstStyle/>
          <a:p>
            <a:pPr algn="ctr"/>
            <a:r>
              <a:rPr sz="2000" b="1">
                <a:solidFill>
                  <a:schemeClr val="bg1"/>
                </a:solidFill>
                <a:latin typeface="+mn-lt"/>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a:t>
            </a:r>
          </a:p>
        </p:txBody>
      </p:sp>
      <p:sp>
        <p:nvSpPr>
          <p:cNvPr id="4" name="Rectangle 3"/>
          <p:cNvSpPr/>
          <p:nvPr/>
        </p:nvSpPr>
        <p:spPr>
          <a:xfrm>
            <a:off x="822960" y="4169663"/>
            <a:ext cx="10545775" cy="36576"/>
          </a:xfrm>
          <a:prstGeom prst="rect">
            <a:avLst/>
          </a:prstGeom>
          <a:solidFill>
            <a:schemeClr val="accent4"/>
          </a:solidFill>
          <a:ln>
            <a:noFill/>
          </a:ln>
          <a:effectLst/>
        </p:spPr>
        <p:txBody>
          <a:bodyPr rtlCol="0" anchor="ctr"/>
          <a:lstStyle/>
          <a:p>
            <a:pPr algn="ctr"/>
          </a:p>
        </p:txBody>
      </p:sp>
      <p:sp>
        <p:nvSpPr>
          <p:cNvPr id="5" name="Oval 4"/>
          <p:cNvSpPr/>
          <p:nvPr/>
        </p:nvSpPr>
        <p:spPr>
          <a:xfrm>
            <a:off x="1885149" y="3927347"/>
            <a:ext cx="512064" cy="512064"/>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01</a:t>
            </a:r>
          </a:p>
        </p:txBody>
      </p:sp>
      <p:sp>
        <p:nvSpPr>
          <p:cNvPr id="6" name="TextBox 5"/>
          <p:cNvSpPr txBox="1"/>
          <p:nvPr/>
        </p:nvSpPr>
        <p:spPr>
          <a:xfrm>
            <a:off x="969264" y="2377439"/>
            <a:ext cx="2343835" cy="1440180"/>
          </a:xfrm>
          <a:prstGeom prst="rect">
            <a:avLst/>
          </a:prstGeom>
          <a:noFill/>
        </p:spPr>
        <p:txBody>
          <a:bodyPr wrap="square" anchor="b"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 do eiusmod tempor incididunt ut</a:t>
            </a:r>
          </a:p>
        </p:txBody>
      </p:sp>
      <p:sp>
        <p:nvSpPr>
          <p:cNvPr id="7" name="Oval 6"/>
          <p:cNvSpPr/>
          <p:nvPr/>
        </p:nvSpPr>
        <p:spPr>
          <a:xfrm>
            <a:off x="4521593" y="3927347"/>
            <a:ext cx="512064" cy="512064"/>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02</a:t>
            </a:r>
          </a:p>
        </p:txBody>
      </p:sp>
      <p:sp>
        <p:nvSpPr>
          <p:cNvPr id="8" name="TextBox 7"/>
          <p:cNvSpPr txBox="1"/>
          <p:nvPr/>
        </p:nvSpPr>
        <p:spPr>
          <a:xfrm>
            <a:off x="3605707" y="4549140"/>
            <a:ext cx="2343835" cy="1440180"/>
          </a:xfrm>
          <a:prstGeom prst="rect">
            <a:avLst/>
          </a:prstGeom>
          <a:noFill/>
        </p:spPr>
        <p:txBody>
          <a:bodyPr wrap="square" anchor="t"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 do eiusmod tempor incididunt ut</a:t>
            </a:r>
          </a:p>
        </p:txBody>
      </p:sp>
      <p:sp>
        <p:nvSpPr>
          <p:cNvPr id="9" name="Oval 8"/>
          <p:cNvSpPr/>
          <p:nvPr/>
        </p:nvSpPr>
        <p:spPr>
          <a:xfrm>
            <a:off x="7158037" y="3927347"/>
            <a:ext cx="512064" cy="512064"/>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03</a:t>
            </a:r>
          </a:p>
        </p:txBody>
      </p:sp>
      <p:sp>
        <p:nvSpPr>
          <p:cNvPr id="10" name="TextBox 9"/>
          <p:cNvSpPr txBox="1"/>
          <p:nvPr/>
        </p:nvSpPr>
        <p:spPr>
          <a:xfrm>
            <a:off x="6242151" y="2377439"/>
            <a:ext cx="2343835" cy="1440180"/>
          </a:xfrm>
          <a:prstGeom prst="rect">
            <a:avLst/>
          </a:prstGeom>
          <a:noFill/>
        </p:spPr>
        <p:txBody>
          <a:bodyPr wrap="square" anchor="b"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 do eiusmod tempor incididunt ut</a:t>
            </a:r>
          </a:p>
        </p:txBody>
      </p:sp>
      <p:sp>
        <p:nvSpPr>
          <p:cNvPr id="11" name="Oval 10"/>
          <p:cNvSpPr/>
          <p:nvPr/>
        </p:nvSpPr>
        <p:spPr>
          <a:xfrm>
            <a:off x="9794481" y="3927347"/>
            <a:ext cx="512064" cy="512064"/>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04</a:t>
            </a:r>
          </a:p>
        </p:txBody>
      </p:sp>
      <p:sp>
        <p:nvSpPr>
          <p:cNvPr id="12" name="TextBox 11"/>
          <p:cNvSpPr txBox="1"/>
          <p:nvPr/>
        </p:nvSpPr>
        <p:spPr>
          <a:xfrm>
            <a:off x="8878595" y="4549140"/>
            <a:ext cx="2343835" cy="1440180"/>
          </a:xfrm>
          <a:prstGeom prst="rect">
            <a:avLst/>
          </a:prstGeom>
          <a:noFill/>
        </p:spPr>
        <p:txBody>
          <a:bodyPr wrap="square" anchor="t"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 do eiusmod tempor incididunt 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a:t>
            </a:r>
          </a:p>
        </p:txBody>
      </p:sp>
      <p:sp>
        <p:nvSpPr>
          <p:cNvPr id="4" name="Chevron 3"/>
          <p:cNvSpPr/>
          <p:nvPr/>
        </p:nvSpPr>
        <p:spPr>
          <a:xfrm>
            <a:off x="822960" y="3703320"/>
            <a:ext cx="3246805" cy="960120"/>
          </a:xfrm>
          <a:prstGeom prst="chevron">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01</a:t>
            </a:r>
          </a:p>
        </p:txBody>
      </p:sp>
      <p:sp>
        <p:nvSpPr>
          <p:cNvPr id="5" name="TextBox 4"/>
          <p:cNvSpPr txBox="1"/>
          <p:nvPr/>
        </p:nvSpPr>
        <p:spPr>
          <a:xfrm>
            <a:off x="822960" y="2350007"/>
            <a:ext cx="2926765" cy="1188720"/>
          </a:xfrm>
          <a:prstGeom prst="rect">
            <a:avLst/>
          </a:prstGeom>
          <a:noFill/>
        </p:spPr>
        <p:txBody>
          <a:bodyPr wrap="square" anchor="b"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a:t>
            </a:r>
          </a:p>
        </p:txBody>
      </p:sp>
      <p:sp>
        <p:nvSpPr>
          <p:cNvPr id="6" name="Chevron 5"/>
          <p:cNvSpPr/>
          <p:nvPr/>
        </p:nvSpPr>
        <p:spPr>
          <a:xfrm>
            <a:off x="3255949" y="3703320"/>
            <a:ext cx="3246805" cy="960120"/>
          </a:xfrm>
          <a:prstGeom prst="chevron">
            <a:avLst/>
          </a:prstGeom>
          <a:solidFill>
            <a:schemeClr val="accent4"/>
          </a:solidFill>
          <a:ln>
            <a:noFill/>
          </a:ln>
          <a:effectLst/>
        </p:spPr>
        <p:txBody>
          <a:bodyPr rtlCol="0" anchor="ctr" wrap="square" lIns="164592" rIns="164592" tIns="109728" bIns="109728"/>
          <a:lstStyle/>
          <a:p>
            <a:pPr algn="ctr"/>
            <a:r>
              <a:rPr sz="1800" b="1">
                <a:solidFill>
                  <a:schemeClr val="tx1"/>
                </a:solidFill>
                <a:latin typeface="+mn-lt"/>
              </a:rPr>
              <a:t>02</a:t>
            </a:r>
          </a:p>
        </p:txBody>
      </p:sp>
      <p:sp>
        <p:nvSpPr>
          <p:cNvPr id="7" name="TextBox 6"/>
          <p:cNvSpPr txBox="1"/>
          <p:nvPr/>
        </p:nvSpPr>
        <p:spPr>
          <a:xfrm>
            <a:off x="3255949" y="4828031"/>
            <a:ext cx="2926765" cy="1188720"/>
          </a:xfrm>
          <a:prstGeom prst="rect">
            <a:avLst/>
          </a:prstGeom>
          <a:noFill/>
        </p:spPr>
        <p:txBody>
          <a:bodyPr wrap="square" anchor="t"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a:t>
            </a:r>
          </a:p>
        </p:txBody>
      </p:sp>
      <p:sp>
        <p:nvSpPr>
          <p:cNvPr id="8" name="Chevron 7"/>
          <p:cNvSpPr/>
          <p:nvPr/>
        </p:nvSpPr>
        <p:spPr>
          <a:xfrm>
            <a:off x="5688939" y="3703320"/>
            <a:ext cx="3246805" cy="960120"/>
          </a:xfrm>
          <a:prstGeom prst="chevron">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03</a:t>
            </a:r>
          </a:p>
        </p:txBody>
      </p:sp>
      <p:sp>
        <p:nvSpPr>
          <p:cNvPr id="9" name="TextBox 8"/>
          <p:cNvSpPr txBox="1"/>
          <p:nvPr/>
        </p:nvSpPr>
        <p:spPr>
          <a:xfrm>
            <a:off x="5688939" y="2350007"/>
            <a:ext cx="2926765" cy="1188720"/>
          </a:xfrm>
          <a:prstGeom prst="rect">
            <a:avLst/>
          </a:prstGeom>
          <a:noFill/>
        </p:spPr>
        <p:txBody>
          <a:bodyPr wrap="square" anchor="b"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a:t>
            </a:r>
          </a:p>
        </p:txBody>
      </p:sp>
      <p:sp>
        <p:nvSpPr>
          <p:cNvPr id="10" name="Chevron 9"/>
          <p:cNvSpPr/>
          <p:nvPr/>
        </p:nvSpPr>
        <p:spPr>
          <a:xfrm>
            <a:off x="8121929" y="3703320"/>
            <a:ext cx="3246805" cy="960120"/>
          </a:xfrm>
          <a:prstGeom prst="chevron">
            <a:avLst/>
          </a:prstGeom>
          <a:solidFill>
            <a:schemeClr val="accent4"/>
          </a:solidFill>
          <a:ln>
            <a:noFill/>
          </a:ln>
          <a:effectLst/>
        </p:spPr>
        <p:txBody>
          <a:bodyPr rtlCol="0" anchor="ctr" wrap="square" lIns="164592" rIns="164592" tIns="109728" bIns="109728"/>
          <a:lstStyle/>
          <a:p>
            <a:pPr algn="ctr"/>
            <a:r>
              <a:rPr sz="1800" b="1">
                <a:solidFill>
                  <a:schemeClr val="tx1"/>
                </a:solidFill>
                <a:latin typeface="+mn-lt"/>
              </a:rPr>
              <a:t>04</a:t>
            </a:r>
          </a:p>
        </p:txBody>
      </p:sp>
      <p:sp>
        <p:nvSpPr>
          <p:cNvPr id="11" name="TextBox 10"/>
          <p:cNvSpPr txBox="1"/>
          <p:nvPr/>
        </p:nvSpPr>
        <p:spPr>
          <a:xfrm>
            <a:off x="8121929" y="4828031"/>
            <a:ext cx="2926765" cy="1188720"/>
          </a:xfrm>
          <a:prstGeom prst="rect">
            <a:avLst/>
          </a:prstGeom>
          <a:noFill/>
        </p:spPr>
        <p:txBody>
          <a:bodyPr wrap="square" anchor="t" lIns="0" rIns="0" tIns="0" bIns="0">
            <a:spAutoFit/>
          </a:bodyPr>
          <a:lstStyle/>
          <a:p>
            <a:pPr algn="ctr"/>
            <a:r>
              <a:rPr sz="1800" b="1">
                <a:solidFill>
                  <a:schemeClr val="tx1"/>
                </a:solidFill>
                <a:latin typeface="+mn-lt"/>
              </a:rPr>
              <a:t>Lorem Ipsum</a:t>
            </a:r>
          </a:p>
          <a:p>
            <a:pPr algn="ctr"/>
            <a:r>
              <a:rPr sz="1400" b="0">
                <a:solidFill>
                  <a:schemeClr val="tx1"/>
                </a:solidFill>
                <a:latin typeface="+mn-lt"/>
              </a:rPr>
              <a:t>Lorem ipsum dolor sit amet consectetur adipiscing elit 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a:t>
            </a:r>
          </a:p>
        </p:txBody>
      </p:sp>
      <p:sp>
        <p:nvSpPr>
          <p:cNvPr id="4" name="Rectangle 3"/>
          <p:cNvSpPr/>
          <p:nvPr/>
        </p:nvSpPr>
        <p:spPr>
          <a:xfrm>
            <a:off x="822960" y="2331720"/>
            <a:ext cx="3320186" cy="1705355"/>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a:t>
            </a:r>
          </a:p>
        </p:txBody>
      </p:sp>
      <p:sp>
        <p:nvSpPr>
          <p:cNvPr id="5" name="Oval 4"/>
          <p:cNvSpPr/>
          <p:nvPr/>
        </p:nvSpPr>
        <p:spPr>
          <a:xfrm>
            <a:off x="3649370" y="2112263"/>
            <a:ext cx="438912" cy="43891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01</a:t>
            </a:r>
          </a:p>
        </p:txBody>
      </p:sp>
      <p:sp>
        <p:nvSpPr>
          <p:cNvPr id="6" name="Rectangle 5"/>
          <p:cNvSpPr/>
          <p:nvPr/>
        </p:nvSpPr>
        <p:spPr>
          <a:xfrm>
            <a:off x="4435754" y="2331720"/>
            <a:ext cx="3320186" cy="1705355"/>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a:t>
            </a:r>
          </a:p>
        </p:txBody>
      </p:sp>
      <p:sp>
        <p:nvSpPr>
          <p:cNvPr id="7" name="Oval 6"/>
          <p:cNvSpPr/>
          <p:nvPr/>
        </p:nvSpPr>
        <p:spPr>
          <a:xfrm>
            <a:off x="7262164" y="2112263"/>
            <a:ext cx="438912" cy="43891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02</a:t>
            </a:r>
          </a:p>
        </p:txBody>
      </p:sp>
      <p:sp>
        <p:nvSpPr>
          <p:cNvPr id="8" name="Rectangle 7"/>
          <p:cNvSpPr/>
          <p:nvPr/>
        </p:nvSpPr>
        <p:spPr>
          <a:xfrm>
            <a:off x="8048548" y="2331720"/>
            <a:ext cx="3320186" cy="1705355"/>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a:t>
            </a:r>
          </a:p>
        </p:txBody>
      </p:sp>
      <p:sp>
        <p:nvSpPr>
          <p:cNvPr id="9" name="Oval 8"/>
          <p:cNvSpPr/>
          <p:nvPr/>
        </p:nvSpPr>
        <p:spPr>
          <a:xfrm>
            <a:off x="10874959" y="2112263"/>
            <a:ext cx="438912" cy="43891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03</a:t>
            </a:r>
          </a:p>
        </p:txBody>
      </p:sp>
      <p:sp>
        <p:nvSpPr>
          <p:cNvPr id="10" name="Rectangle 9"/>
          <p:cNvSpPr/>
          <p:nvPr/>
        </p:nvSpPr>
        <p:spPr>
          <a:xfrm>
            <a:off x="822960" y="4329683"/>
            <a:ext cx="3320186" cy="1705355"/>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a:t>
            </a:r>
          </a:p>
        </p:txBody>
      </p:sp>
      <p:sp>
        <p:nvSpPr>
          <p:cNvPr id="11" name="Oval 10"/>
          <p:cNvSpPr/>
          <p:nvPr/>
        </p:nvSpPr>
        <p:spPr>
          <a:xfrm>
            <a:off x="3649370" y="4110227"/>
            <a:ext cx="438912" cy="43891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06</a:t>
            </a:r>
          </a:p>
        </p:txBody>
      </p:sp>
      <p:sp>
        <p:nvSpPr>
          <p:cNvPr id="12" name="Rectangle 11"/>
          <p:cNvSpPr/>
          <p:nvPr/>
        </p:nvSpPr>
        <p:spPr>
          <a:xfrm>
            <a:off x="4435754" y="4329683"/>
            <a:ext cx="3320186" cy="1705355"/>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a:t>
            </a:r>
          </a:p>
        </p:txBody>
      </p:sp>
      <p:sp>
        <p:nvSpPr>
          <p:cNvPr id="13" name="Oval 12"/>
          <p:cNvSpPr/>
          <p:nvPr/>
        </p:nvSpPr>
        <p:spPr>
          <a:xfrm>
            <a:off x="7262164" y="4110227"/>
            <a:ext cx="438912" cy="43891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05</a:t>
            </a:r>
          </a:p>
        </p:txBody>
      </p:sp>
      <p:sp>
        <p:nvSpPr>
          <p:cNvPr id="14" name="Rectangle 13"/>
          <p:cNvSpPr/>
          <p:nvPr/>
        </p:nvSpPr>
        <p:spPr>
          <a:xfrm>
            <a:off x="8048548" y="4329683"/>
            <a:ext cx="3320186" cy="1705355"/>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a:t>
            </a:r>
          </a:p>
        </p:txBody>
      </p:sp>
      <p:sp>
        <p:nvSpPr>
          <p:cNvPr id="15" name="Oval 14"/>
          <p:cNvSpPr/>
          <p:nvPr/>
        </p:nvSpPr>
        <p:spPr>
          <a:xfrm>
            <a:off x="10874959" y="4110227"/>
            <a:ext cx="438912" cy="43891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a:t>
            </a:r>
          </a:p>
        </p:txBody>
      </p:sp>
      <p:sp>
        <p:nvSpPr>
          <p:cNvPr id="4" name="TextBox 3"/>
          <p:cNvSpPr txBox="1"/>
          <p:nvPr/>
        </p:nvSpPr>
        <p:spPr>
          <a:xfrm>
            <a:off x="822960" y="4462272"/>
            <a:ext cx="3246120" cy="347472"/>
          </a:xfrm>
          <a:prstGeom prst="rect">
            <a:avLst/>
          </a:prstGeom>
          <a:noFill/>
        </p:spPr>
        <p:txBody>
          <a:bodyPr wrap="square" anchor="t" lIns="0" rIns="0" tIns="0" bIns="0">
            <a:spAutoFit/>
          </a:bodyPr>
          <a:lstStyle/>
          <a:p>
            <a:pPr algn="l"/>
            <a:r>
              <a:rPr sz="2000" b="1">
                <a:solidFill>
                  <a:schemeClr val="accent3"/>
                </a:solidFill>
                <a:latin typeface="+mj-lt"/>
              </a:rPr>
              <a:t>00</a:t>
            </a:r>
          </a:p>
        </p:txBody>
      </p:sp>
      <p:sp>
        <p:nvSpPr>
          <p:cNvPr id="5" name="Rectangle 4"/>
          <p:cNvSpPr/>
          <p:nvPr/>
        </p:nvSpPr>
        <p:spPr>
          <a:xfrm>
            <a:off x="822960" y="4846320"/>
            <a:ext cx="3246120" cy="1188720"/>
          </a:xfrm>
          <a:prstGeom prst="rect">
            <a:avLst/>
          </a:prstGeom>
          <a:solidFill>
            <a:schemeClr val="accent5"/>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
        <p:nvSpPr>
          <p:cNvPr id="6" name="TextBox 5"/>
          <p:cNvSpPr txBox="1"/>
          <p:nvPr/>
        </p:nvSpPr>
        <p:spPr>
          <a:xfrm>
            <a:off x="3256178" y="3745992"/>
            <a:ext cx="3246120" cy="347472"/>
          </a:xfrm>
          <a:prstGeom prst="rect">
            <a:avLst/>
          </a:prstGeom>
          <a:noFill/>
        </p:spPr>
        <p:txBody>
          <a:bodyPr wrap="square" anchor="t" lIns="0" rIns="0" tIns="0" bIns="0">
            <a:spAutoFit/>
          </a:bodyPr>
          <a:lstStyle/>
          <a:p>
            <a:pPr algn="l"/>
            <a:r>
              <a:rPr sz="2000" b="1">
                <a:solidFill>
                  <a:schemeClr val="accent3"/>
                </a:solidFill>
                <a:latin typeface="+mj-lt"/>
              </a:rPr>
              <a:t>00</a:t>
            </a:r>
          </a:p>
        </p:txBody>
      </p:sp>
      <p:sp>
        <p:nvSpPr>
          <p:cNvPr id="7" name="Rectangle 6"/>
          <p:cNvSpPr/>
          <p:nvPr/>
        </p:nvSpPr>
        <p:spPr>
          <a:xfrm>
            <a:off x="3256178" y="4130040"/>
            <a:ext cx="3246120" cy="1188720"/>
          </a:xfrm>
          <a:prstGeom prst="rect">
            <a:avLst/>
          </a:prstGeom>
          <a:solidFill>
            <a:schemeClr val="accent4"/>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
        <p:nvSpPr>
          <p:cNvPr id="8" name="TextBox 7"/>
          <p:cNvSpPr txBox="1"/>
          <p:nvPr/>
        </p:nvSpPr>
        <p:spPr>
          <a:xfrm>
            <a:off x="5689396" y="3029712"/>
            <a:ext cx="3246120" cy="347472"/>
          </a:xfrm>
          <a:prstGeom prst="rect">
            <a:avLst/>
          </a:prstGeom>
          <a:noFill/>
        </p:spPr>
        <p:txBody>
          <a:bodyPr wrap="square" anchor="t" lIns="0" rIns="0" tIns="0" bIns="0">
            <a:spAutoFit/>
          </a:bodyPr>
          <a:lstStyle/>
          <a:p>
            <a:pPr algn="l"/>
            <a:r>
              <a:rPr sz="2000" b="1">
                <a:solidFill>
                  <a:schemeClr val="accent3"/>
                </a:solidFill>
                <a:latin typeface="+mj-lt"/>
              </a:rPr>
              <a:t>00</a:t>
            </a:r>
          </a:p>
        </p:txBody>
      </p:sp>
      <p:sp>
        <p:nvSpPr>
          <p:cNvPr id="9" name="Rectangle 8"/>
          <p:cNvSpPr/>
          <p:nvPr/>
        </p:nvSpPr>
        <p:spPr>
          <a:xfrm>
            <a:off x="5689396" y="3413760"/>
            <a:ext cx="3246120" cy="1188720"/>
          </a:xfrm>
          <a:prstGeom prst="rect">
            <a:avLst/>
          </a:prstGeom>
          <a:solidFill>
            <a:schemeClr val="accent3"/>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
        <p:nvSpPr>
          <p:cNvPr id="10" name="TextBox 9"/>
          <p:cNvSpPr txBox="1"/>
          <p:nvPr/>
        </p:nvSpPr>
        <p:spPr>
          <a:xfrm>
            <a:off x="8122615" y="2313432"/>
            <a:ext cx="3246120" cy="347472"/>
          </a:xfrm>
          <a:prstGeom prst="rect">
            <a:avLst/>
          </a:prstGeom>
          <a:noFill/>
        </p:spPr>
        <p:txBody>
          <a:bodyPr wrap="square" anchor="t" lIns="0" rIns="0" tIns="0" bIns="0">
            <a:spAutoFit/>
          </a:bodyPr>
          <a:lstStyle/>
          <a:p>
            <a:pPr algn="l"/>
            <a:r>
              <a:rPr sz="2000" b="1">
                <a:solidFill>
                  <a:schemeClr val="accent3"/>
                </a:solidFill>
                <a:latin typeface="+mj-lt"/>
              </a:rPr>
              <a:t>00</a:t>
            </a:r>
          </a:p>
        </p:txBody>
      </p:sp>
      <p:sp>
        <p:nvSpPr>
          <p:cNvPr id="11" name="Rectangle 10"/>
          <p:cNvSpPr/>
          <p:nvPr/>
        </p:nvSpPr>
        <p:spPr>
          <a:xfrm>
            <a:off x="8122615" y="2697479"/>
            <a:ext cx="3246120" cy="1188720"/>
          </a:xfrm>
          <a:prstGeom prst="rect">
            <a:avLst/>
          </a:prstGeom>
          <a:solidFill>
            <a:schemeClr val="accent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Oval 2"/>
          <p:cNvSpPr/>
          <p:nvPr/>
        </p:nvSpPr>
        <p:spPr>
          <a:xfrm>
            <a:off x="4769967" y="2537459"/>
            <a:ext cx="2651760" cy="2651760"/>
          </a:xfrm>
          <a:prstGeom prst="ellipse">
            <a:avLst/>
          </a:prstGeom>
          <a:solidFill>
            <a:schemeClr val="accent5"/>
          </a:solidFill>
          <a:ln>
            <a:noFill/>
          </a:ln>
          <a:effectLst/>
        </p:spPr>
        <p:txBody>
          <a:bodyPr rtlCol="0" anchor="ctr"/>
          <a:lstStyle/>
          <a:p>
            <a:pPr algn="ctr"/>
          </a:p>
        </p:txBody>
      </p:sp>
      <p:sp>
        <p:nvSpPr>
          <p:cNvPr id="4" name="Oval 3"/>
          <p:cNvSpPr/>
          <p:nvPr/>
        </p:nvSpPr>
        <p:spPr>
          <a:xfrm>
            <a:off x="5090007" y="2857499"/>
            <a:ext cx="2011680" cy="2011680"/>
          </a:xfrm>
          <a:prstGeom prst="ellipse">
            <a:avLst/>
          </a:prstGeom>
          <a:solidFill>
            <a:schemeClr val="accent4"/>
          </a:solidFill>
          <a:ln>
            <a:noFill/>
          </a:ln>
          <a:effectLst/>
        </p:spPr>
        <p:txBody>
          <a:bodyPr rtlCol="0" anchor="ctr" wrap="square" lIns="164592" rIns="164592" tIns="109728" bIns="109728"/>
          <a:lstStyle/>
          <a:p>
            <a:pPr algn="ctr"/>
            <a:r>
              <a:rPr sz="1800" b="1">
                <a:solidFill>
                  <a:schemeClr val="tx1"/>
                </a:solidFill>
                <a:latin typeface="+mn-lt"/>
              </a:rPr>
              <a:t>Lorem Ipsum</a:t>
            </a:r>
          </a:p>
        </p:txBody>
      </p:sp>
      <p:sp>
        <p:nvSpPr>
          <p:cNvPr id="5" name="Rectangle 4"/>
          <p:cNvSpPr/>
          <p:nvPr/>
        </p:nvSpPr>
        <p:spPr>
          <a:xfrm>
            <a:off x="4251960" y="2432303"/>
            <a:ext cx="389991" cy="27432"/>
          </a:xfrm>
          <a:prstGeom prst="rect">
            <a:avLst/>
          </a:prstGeom>
          <a:solidFill>
            <a:schemeClr val="accent4"/>
          </a:solidFill>
          <a:ln>
            <a:noFill/>
          </a:ln>
          <a:effectLst/>
        </p:spPr>
        <p:txBody>
          <a:bodyPr rtlCol="0" anchor="ctr"/>
          <a:lstStyle/>
          <a:p>
            <a:pPr algn="ctr"/>
          </a:p>
        </p:txBody>
      </p:sp>
      <p:sp>
        <p:nvSpPr>
          <p:cNvPr id="6" name="Rectangle 5"/>
          <p:cNvSpPr/>
          <p:nvPr/>
        </p:nvSpPr>
        <p:spPr>
          <a:xfrm>
            <a:off x="7549743" y="2432303"/>
            <a:ext cx="389991" cy="27432"/>
          </a:xfrm>
          <a:prstGeom prst="rect">
            <a:avLst/>
          </a:prstGeom>
          <a:solidFill>
            <a:schemeClr val="accent4"/>
          </a:solidFill>
          <a:ln>
            <a:noFill/>
          </a:ln>
          <a:effectLst/>
        </p:spPr>
        <p:txBody>
          <a:bodyPr rtlCol="0" anchor="ctr"/>
          <a:lstStyle/>
          <a:p>
            <a:pPr algn="ctr"/>
          </a:p>
        </p:txBody>
      </p:sp>
      <p:sp>
        <p:nvSpPr>
          <p:cNvPr id="7" name="TextBox 6"/>
          <p:cNvSpPr txBox="1"/>
          <p:nvPr/>
        </p:nvSpPr>
        <p:spPr>
          <a:xfrm>
            <a:off x="822960" y="1879091"/>
            <a:ext cx="3246120" cy="1133856"/>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 consectetur adipiscing elit sed do</a:t>
            </a:r>
          </a:p>
        </p:txBody>
      </p:sp>
      <p:sp>
        <p:nvSpPr>
          <p:cNvPr id="8" name="TextBox 7"/>
          <p:cNvSpPr txBox="1"/>
          <p:nvPr/>
        </p:nvSpPr>
        <p:spPr>
          <a:xfrm>
            <a:off x="8122615" y="1879091"/>
            <a:ext cx="3246120" cy="1133856"/>
          </a:xfrm>
          <a:prstGeom prst="rect">
            <a:avLst/>
          </a:prstGeom>
          <a:noFill/>
        </p:spPr>
        <p:txBody>
          <a:bodyPr wrap="square" anchor="ctr"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a:t>
            </a:r>
          </a:p>
        </p:txBody>
      </p:sp>
      <p:sp>
        <p:nvSpPr>
          <p:cNvPr id="9" name="Rectangle 8"/>
          <p:cNvSpPr/>
          <p:nvPr/>
        </p:nvSpPr>
        <p:spPr>
          <a:xfrm>
            <a:off x="4251960" y="3849624"/>
            <a:ext cx="389991" cy="27432"/>
          </a:xfrm>
          <a:prstGeom prst="rect">
            <a:avLst/>
          </a:prstGeom>
          <a:solidFill>
            <a:schemeClr val="accent4"/>
          </a:solidFill>
          <a:ln>
            <a:noFill/>
          </a:ln>
          <a:effectLst/>
        </p:spPr>
        <p:txBody>
          <a:bodyPr rtlCol="0" anchor="ctr"/>
          <a:lstStyle/>
          <a:p>
            <a:pPr algn="ctr"/>
          </a:p>
        </p:txBody>
      </p:sp>
      <p:sp>
        <p:nvSpPr>
          <p:cNvPr id="10" name="Rectangle 9"/>
          <p:cNvSpPr/>
          <p:nvPr/>
        </p:nvSpPr>
        <p:spPr>
          <a:xfrm>
            <a:off x="7549743" y="3849624"/>
            <a:ext cx="389991" cy="27432"/>
          </a:xfrm>
          <a:prstGeom prst="rect">
            <a:avLst/>
          </a:prstGeom>
          <a:solidFill>
            <a:schemeClr val="accent4"/>
          </a:solidFill>
          <a:ln>
            <a:noFill/>
          </a:ln>
          <a:effectLst/>
        </p:spPr>
        <p:txBody>
          <a:bodyPr rtlCol="0" anchor="ctr"/>
          <a:lstStyle/>
          <a:p>
            <a:pPr algn="ctr"/>
          </a:p>
        </p:txBody>
      </p:sp>
      <p:sp>
        <p:nvSpPr>
          <p:cNvPr id="11" name="TextBox 10"/>
          <p:cNvSpPr txBox="1"/>
          <p:nvPr/>
        </p:nvSpPr>
        <p:spPr>
          <a:xfrm>
            <a:off x="822960" y="3296411"/>
            <a:ext cx="3246120" cy="1133856"/>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 consectetur adipiscing elit sed do</a:t>
            </a:r>
          </a:p>
        </p:txBody>
      </p:sp>
      <p:sp>
        <p:nvSpPr>
          <p:cNvPr id="12" name="TextBox 11"/>
          <p:cNvSpPr txBox="1"/>
          <p:nvPr/>
        </p:nvSpPr>
        <p:spPr>
          <a:xfrm>
            <a:off x="8122615" y="3296411"/>
            <a:ext cx="3246120" cy="1133856"/>
          </a:xfrm>
          <a:prstGeom prst="rect">
            <a:avLst/>
          </a:prstGeom>
          <a:noFill/>
        </p:spPr>
        <p:txBody>
          <a:bodyPr wrap="square" anchor="ctr"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a:t>
            </a:r>
          </a:p>
        </p:txBody>
      </p:sp>
      <p:sp>
        <p:nvSpPr>
          <p:cNvPr id="13" name="Rectangle 12"/>
          <p:cNvSpPr/>
          <p:nvPr/>
        </p:nvSpPr>
        <p:spPr>
          <a:xfrm>
            <a:off x="4251960" y="5266944"/>
            <a:ext cx="389991" cy="27432"/>
          </a:xfrm>
          <a:prstGeom prst="rect">
            <a:avLst/>
          </a:prstGeom>
          <a:solidFill>
            <a:schemeClr val="accent4"/>
          </a:solidFill>
          <a:ln>
            <a:noFill/>
          </a:ln>
          <a:effectLst/>
        </p:spPr>
        <p:txBody>
          <a:bodyPr rtlCol="0" anchor="ctr"/>
          <a:lstStyle/>
          <a:p>
            <a:pPr algn="ctr"/>
          </a:p>
        </p:txBody>
      </p:sp>
      <p:sp>
        <p:nvSpPr>
          <p:cNvPr id="14" name="Rectangle 13"/>
          <p:cNvSpPr/>
          <p:nvPr/>
        </p:nvSpPr>
        <p:spPr>
          <a:xfrm>
            <a:off x="7549743" y="5266944"/>
            <a:ext cx="389991" cy="27432"/>
          </a:xfrm>
          <a:prstGeom prst="rect">
            <a:avLst/>
          </a:prstGeom>
          <a:solidFill>
            <a:schemeClr val="accent4"/>
          </a:solidFill>
          <a:ln>
            <a:noFill/>
          </a:ln>
          <a:effectLst/>
        </p:spPr>
        <p:txBody>
          <a:bodyPr rtlCol="0" anchor="ctr"/>
          <a:lstStyle/>
          <a:p>
            <a:pPr algn="ctr"/>
          </a:p>
        </p:txBody>
      </p:sp>
      <p:sp>
        <p:nvSpPr>
          <p:cNvPr id="15" name="TextBox 14"/>
          <p:cNvSpPr txBox="1"/>
          <p:nvPr/>
        </p:nvSpPr>
        <p:spPr>
          <a:xfrm>
            <a:off x="822960" y="4713731"/>
            <a:ext cx="3246120" cy="1133856"/>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 consectetur adipiscing elit sed do</a:t>
            </a:r>
          </a:p>
        </p:txBody>
      </p:sp>
      <p:sp>
        <p:nvSpPr>
          <p:cNvPr id="16" name="TextBox 15"/>
          <p:cNvSpPr txBox="1"/>
          <p:nvPr/>
        </p:nvSpPr>
        <p:spPr>
          <a:xfrm>
            <a:off x="8122615" y="4713731"/>
            <a:ext cx="3246120" cy="1133856"/>
          </a:xfrm>
          <a:prstGeom prst="rect">
            <a:avLst/>
          </a:prstGeom>
          <a:noFill/>
        </p:spPr>
        <p:txBody>
          <a:bodyPr wrap="square" anchor="ctr"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6407685" y="1691640"/>
            <a:ext cx="2732172" cy="1010412"/>
          </a:xfrm>
          <a:prstGeom prst="rect">
            <a:avLst/>
          </a:prstGeom>
          <a:solidFill>
            <a:schemeClr val="accent6"/>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4" name="TextBox 3"/>
          <p:cNvSpPr txBox="1"/>
          <p:nvPr/>
        </p:nvSpPr>
        <p:spPr>
          <a:xfrm>
            <a:off x="822960" y="1691640"/>
            <a:ext cx="3063240" cy="1010412"/>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
        <p:nvSpPr>
          <p:cNvPr id="5" name="Rectangle 4"/>
          <p:cNvSpPr/>
          <p:nvPr/>
        </p:nvSpPr>
        <p:spPr>
          <a:xfrm>
            <a:off x="5664726" y="2802636"/>
            <a:ext cx="4218090" cy="1010412"/>
          </a:xfrm>
          <a:prstGeom prst="rect">
            <a:avLst/>
          </a:prstGeom>
          <a:solidFill>
            <a:schemeClr val="accent1"/>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6" name="TextBox 5"/>
          <p:cNvSpPr txBox="1"/>
          <p:nvPr/>
        </p:nvSpPr>
        <p:spPr>
          <a:xfrm>
            <a:off x="822960" y="2802636"/>
            <a:ext cx="3063240" cy="1010412"/>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
        <p:nvSpPr>
          <p:cNvPr id="7" name="Rectangle 6"/>
          <p:cNvSpPr/>
          <p:nvPr/>
        </p:nvSpPr>
        <p:spPr>
          <a:xfrm>
            <a:off x="4921767" y="3913632"/>
            <a:ext cx="5704008" cy="1010412"/>
          </a:xfrm>
          <a:prstGeom prst="rect">
            <a:avLst/>
          </a:prstGeom>
          <a:solidFill>
            <a:schemeClr val="accent2"/>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8" name="TextBox 7"/>
          <p:cNvSpPr txBox="1"/>
          <p:nvPr/>
        </p:nvSpPr>
        <p:spPr>
          <a:xfrm>
            <a:off x="822960" y="3913632"/>
            <a:ext cx="3063240" cy="1010412"/>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
        <p:nvSpPr>
          <p:cNvPr id="9" name="Rectangle 8"/>
          <p:cNvSpPr/>
          <p:nvPr/>
        </p:nvSpPr>
        <p:spPr>
          <a:xfrm>
            <a:off x="4178808" y="5024628"/>
            <a:ext cx="7189927" cy="1010412"/>
          </a:xfrm>
          <a:prstGeom prst="rect">
            <a:avLst/>
          </a:prstGeom>
          <a:solidFill>
            <a:schemeClr val="accent3"/>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10" name="TextBox 9"/>
          <p:cNvSpPr txBox="1"/>
          <p:nvPr/>
        </p:nvSpPr>
        <p:spPr>
          <a:xfrm>
            <a:off x="822960" y="5024628"/>
            <a:ext cx="3063240" cy="1010412"/>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TextBox 2"/>
          <p:cNvSpPr txBox="1"/>
          <p:nvPr/>
        </p:nvSpPr>
        <p:spPr>
          <a:xfrm>
            <a:off x="822960" y="1691640"/>
            <a:ext cx="3063240" cy="347472"/>
          </a:xfrm>
          <a:prstGeom prst="rect">
            <a:avLst/>
          </a:prstGeom>
          <a:noFill/>
        </p:spPr>
        <p:txBody>
          <a:bodyPr wrap="square" anchor="t" lIns="0" rIns="0" tIns="0" bIns="0">
            <a:spAutoFit/>
          </a:bodyPr>
          <a:lstStyle/>
          <a:p>
            <a:pPr algn="r"/>
            <a:r>
              <a:rPr sz="1800" b="1">
                <a:solidFill>
                  <a:schemeClr val="tx1"/>
                </a:solidFill>
                <a:latin typeface="+mn-lt"/>
              </a:rPr>
              <a:t>Lorem Ipsum</a:t>
            </a:r>
          </a:p>
        </p:txBody>
      </p:sp>
      <p:sp>
        <p:nvSpPr>
          <p:cNvPr id="4" name="TextBox 3"/>
          <p:cNvSpPr txBox="1"/>
          <p:nvPr/>
        </p:nvSpPr>
        <p:spPr>
          <a:xfrm>
            <a:off x="8305495" y="1691640"/>
            <a:ext cx="3063240"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5" name="Rectangle 4"/>
          <p:cNvSpPr/>
          <p:nvPr/>
        </p:nvSpPr>
        <p:spPr>
          <a:xfrm>
            <a:off x="4178808" y="2221992"/>
            <a:ext cx="3834079" cy="877824"/>
          </a:xfrm>
          <a:prstGeom prst="rect">
            <a:avLst/>
          </a:prstGeom>
          <a:solidFill>
            <a:schemeClr val="accent1"/>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6" name="TextBox 5"/>
          <p:cNvSpPr txBox="1"/>
          <p:nvPr/>
        </p:nvSpPr>
        <p:spPr>
          <a:xfrm>
            <a:off x="822960" y="2221992"/>
            <a:ext cx="3063240" cy="877824"/>
          </a:xfrm>
          <a:prstGeom prst="rect">
            <a:avLst/>
          </a:prstGeom>
          <a:noFill/>
        </p:spPr>
        <p:txBody>
          <a:bodyPr wrap="square" anchor="ctr" lIns="0" rIns="0" tIns="0" bIns="0">
            <a:spAutoFit/>
          </a:bodyPr>
          <a:lstStyle/>
          <a:p>
            <a:pPr algn="r"/>
            <a:r>
              <a:rPr sz="1400" b="0">
                <a:solidFill>
                  <a:schemeClr val="tx1"/>
                </a:solidFill>
                <a:latin typeface="+mn-lt"/>
              </a:rPr>
              <a:t>Lorem ipsum dolor sit amet consectetur adipiscing elit sed do eiusmod tempor incididunt ut</a:t>
            </a:r>
          </a:p>
        </p:txBody>
      </p:sp>
      <p:sp>
        <p:nvSpPr>
          <p:cNvPr id="7" name="TextBox 6"/>
          <p:cNvSpPr txBox="1"/>
          <p:nvPr/>
        </p:nvSpPr>
        <p:spPr>
          <a:xfrm>
            <a:off x="8305495" y="2221992"/>
            <a:ext cx="3063240" cy="877824"/>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a:t>
            </a:r>
          </a:p>
        </p:txBody>
      </p:sp>
      <p:sp>
        <p:nvSpPr>
          <p:cNvPr id="8" name="Rectangle 7"/>
          <p:cNvSpPr/>
          <p:nvPr/>
        </p:nvSpPr>
        <p:spPr>
          <a:xfrm>
            <a:off x="4549435" y="3200400"/>
            <a:ext cx="3092823" cy="877824"/>
          </a:xfrm>
          <a:prstGeom prst="rect">
            <a:avLst/>
          </a:prstGeom>
          <a:solidFill>
            <a:schemeClr val="accent2"/>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9" name="TextBox 8"/>
          <p:cNvSpPr txBox="1"/>
          <p:nvPr/>
        </p:nvSpPr>
        <p:spPr>
          <a:xfrm>
            <a:off x="822960" y="3200400"/>
            <a:ext cx="3063240" cy="877824"/>
          </a:xfrm>
          <a:prstGeom prst="rect">
            <a:avLst/>
          </a:prstGeom>
          <a:noFill/>
        </p:spPr>
        <p:txBody>
          <a:bodyPr wrap="square" anchor="ctr" lIns="0" rIns="0" tIns="0" bIns="0">
            <a:spAutoFit/>
          </a:bodyPr>
          <a:lstStyle/>
          <a:p>
            <a:pPr algn="r"/>
            <a:r>
              <a:rPr sz="1400" b="0">
                <a:solidFill>
                  <a:schemeClr val="tx1"/>
                </a:solidFill>
                <a:latin typeface="+mn-lt"/>
              </a:rPr>
              <a:t>Lorem ipsum dolor sit amet consectetur adipiscing elit sed do eiusmod tempor incididunt ut</a:t>
            </a:r>
          </a:p>
        </p:txBody>
      </p:sp>
      <p:sp>
        <p:nvSpPr>
          <p:cNvPr id="10" name="TextBox 9"/>
          <p:cNvSpPr txBox="1"/>
          <p:nvPr/>
        </p:nvSpPr>
        <p:spPr>
          <a:xfrm>
            <a:off x="8305495" y="3200400"/>
            <a:ext cx="3063240" cy="877824"/>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a:t>
            </a:r>
          </a:p>
        </p:txBody>
      </p:sp>
      <p:sp>
        <p:nvSpPr>
          <p:cNvPr id="11" name="Rectangle 10"/>
          <p:cNvSpPr/>
          <p:nvPr/>
        </p:nvSpPr>
        <p:spPr>
          <a:xfrm>
            <a:off x="4920063" y="4178808"/>
            <a:ext cx="2351568" cy="877824"/>
          </a:xfrm>
          <a:prstGeom prst="rect">
            <a:avLst/>
          </a:prstGeom>
          <a:solidFill>
            <a:schemeClr val="accent3"/>
          </a:solidFill>
          <a:ln>
            <a:noFill/>
          </a:ln>
          <a:effectLst/>
        </p:spPr>
        <p:txBody>
          <a:bodyPr rtlCol="0" anchor="ctr" wrap="square" lIns="164592" rIns="164592" tIns="109728" bIns="109728"/>
          <a:lstStyle/>
          <a:p>
            <a:pPr algn="ctr"/>
            <a:r>
              <a:rPr sz="1800" b="1">
                <a:solidFill>
                  <a:schemeClr val="tx1"/>
                </a:solidFill>
                <a:latin typeface="+mn-lt"/>
              </a:rPr>
              <a:t>Lorem Ipsum</a:t>
            </a:r>
          </a:p>
        </p:txBody>
      </p:sp>
      <p:sp>
        <p:nvSpPr>
          <p:cNvPr id="12" name="TextBox 11"/>
          <p:cNvSpPr txBox="1"/>
          <p:nvPr/>
        </p:nvSpPr>
        <p:spPr>
          <a:xfrm>
            <a:off x="822960" y="4178808"/>
            <a:ext cx="3063240" cy="877824"/>
          </a:xfrm>
          <a:prstGeom prst="rect">
            <a:avLst/>
          </a:prstGeom>
          <a:noFill/>
        </p:spPr>
        <p:txBody>
          <a:bodyPr wrap="square" anchor="ctr" lIns="0" rIns="0" tIns="0" bIns="0">
            <a:spAutoFit/>
          </a:bodyPr>
          <a:lstStyle/>
          <a:p>
            <a:pPr algn="r"/>
            <a:r>
              <a:rPr sz="1400" b="0">
                <a:solidFill>
                  <a:schemeClr val="tx1"/>
                </a:solidFill>
                <a:latin typeface="+mn-lt"/>
              </a:rPr>
              <a:t>Lorem ipsum dolor sit amet consectetur adipiscing elit sed do eiusmod tempor incididunt ut</a:t>
            </a:r>
          </a:p>
        </p:txBody>
      </p:sp>
      <p:sp>
        <p:nvSpPr>
          <p:cNvPr id="13" name="TextBox 12"/>
          <p:cNvSpPr txBox="1"/>
          <p:nvPr/>
        </p:nvSpPr>
        <p:spPr>
          <a:xfrm>
            <a:off x="8305495" y="4178808"/>
            <a:ext cx="3063240" cy="877824"/>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a:t>
            </a:r>
          </a:p>
        </p:txBody>
      </p:sp>
      <p:sp>
        <p:nvSpPr>
          <p:cNvPr id="14" name="Rectangle 13"/>
          <p:cNvSpPr/>
          <p:nvPr/>
        </p:nvSpPr>
        <p:spPr>
          <a:xfrm>
            <a:off x="5290690" y="5157216"/>
            <a:ext cx="1610313" cy="877824"/>
          </a:xfrm>
          <a:prstGeom prst="rect">
            <a:avLst/>
          </a:prstGeom>
          <a:solidFill>
            <a:schemeClr val="accent4"/>
          </a:solidFill>
          <a:ln>
            <a:noFill/>
          </a:ln>
          <a:effectLst/>
        </p:spPr>
        <p:txBody>
          <a:bodyPr rtlCol="0" anchor="ctr" wrap="square" lIns="164592" rIns="164592" tIns="109728" bIns="109728"/>
          <a:lstStyle/>
          <a:p>
            <a:pPr algn="ctr"/>
            <a:r>
              <a:rPr sz="1800" b="1">
                <a:solidFill>
                  <a:schemeClr val="tx1"/>
                </a:solidFill>
                <a:latin typeface="+mn-lt"/>
              </a:rPr>
              <a:t>Lorem Ipsum</a:t>
            </a:r>
          </a:p>
        </p:txBody>
      </p:sp>
      <p:sp>
        <p:nvSpPr>
          <p:cNvPr id="15" name="TextBox 14"/>
          <p:cNvSpPr txBox="1"/>
          <p:nvPr/>
        </p:nvSpPr>
        <p:spPr>
          <a:xfrm>
            <a:off x="822960" y="5157216"/>
            <a:ext cx="3063240" cy="877824"/>
          </a:xfrm>
          <a:prstGeom prst="rect">
            <a:avLst/>
          </a:prstGeom>
          <a:noFill/>
        </p:spPr>
        <p:txBody>
          <a:bodyPr wrap="square" anchor="ctr" lIns="0" rIns="0" tIns="0" bIns="0">
            <a:spAutoFit/>
          </a:bodyPr>
          <a:lstStyle/>
          <a:p>
            <a:pPr algn="r"/>
            <a:r>
              <a:rPr sz="1400" b="0">
                <a:solidFill>
                  <a:schemeClr val="tx1"/>
                </a:solidFill>
                <a:latin typeface="+mn-lt"/>
              </a:rPr>
              <a:t>Lorem ipsum dolor sit amet consectetur adipiscing elit sed do eiusmod tempor incididunt ut</a:t>
            </a:r>
          </a:p>
        </p:txBody>
      </p:sp>
      <p:sp>
        <p:nvSpPr>
          <p:cNvPr id="16" name="TextBox 15"/>
          <p:cNvSpPr txBox="1"/>
          <p:nvPr/>
        </p:nvSpPr>
        <p:spPr>
          <a:xfrm>
            <a:off x="8305495" y="5157216"/>
            <a:ext cx="3063240" cy="877824"/>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a:t>
            </a:r>
          </a:p>
        </p:txBody>
      </p:sp>
      <p:sp>
        <p:nvSpPr>
          <p:cNvPr id="4" name="TextBox 3"/>
          <p:cNvSpPr txBox="1"/>
          <p:nvPr/>
        </p:nvSpPr>
        <p:spPr>
          <a:xfrm>
            <a:off x="1984248" y="2331720"/>
            <a:ext cx="2933090"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5" name="TextBox 4"/>
          <p:cNvSpPr txBox="1"/>
          <p:nvPr/>
        </p:nvSpPr>
        <p:spPr>
          <a:xfrm>
            <a:off x="5209946" y="2331720"/>
            <a:ext cx="2933090"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6" name="TextBox 5"/>
          <p:cNvSpPr txBox="1"/>
          <p:nvPr/>
        </p:nvSpPr>
        <p:spPr>
          <a:xfrm>
            <a:off x="8435644" y="2331720"/>
            <a:ext cx="2933090"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7" name="Rectangle 6"/>
          <p:cNvSpPr/>
          <p:nvPr/>
        </p:nvSpPr>
        <p:spPr>
          <a:xfrm>
            <a:off x="822960" y="2843784"/>
            <a:ext cx="868680" cy="1495043"/>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Lorem</a:t>
            </a:r>
          </a:p>
        </p:txBody>
      </p:sp>
      <p:sp>
        <p:nvSpPr>
          <p:cNvPr id="8" name="Rectangle 7"/>
          <p:cNvSpPr/>
          <p:nvPr/>
        </p:nvSpPr>
        <p:spPr>
          <a:xfrm>
            <a:off x="1984248" y="2843784"/>
            <a:ext cx="2933090" cy="1495043"/>
          </a:xfrm>
          <a:prstGeom prst="rect">
            <a:avLst/>
          </a:prstGeom>
          <a:solidFill>
            <a:schemeClr val="accent5"/>
          </a:solidFill>
          <a:ln>
            <a:noFill/>
          </a:ln>
          <a:effectLst/>
        </p:spPr>
        <p:txBody>
          <a:bodyPr rtlCol="0" anchor="t" lIns="164592" rIns="164592" tIns="109728" bIns="109728" wrap="square"/>
          <a:lstStyle/>
          <a:p>
            <a:pPr algn="l">
              <a:spcAft>
                <a:spcPts val="400"/>
              </a:spcAft>
            </a:pPr>
            <a:r>
              <a:rPr sz="1800" b="1">
                <a:solidFill>
                  <a:schemeClr val="tx1"/>
                </a:solidFill>
                <a:latin typeface="+mn-lt"/>
              </a:rPr>
              <a:t>1A</a:t>
            </a:r>
          </a:p>
          <a:p>
            <a:pPr algn="l">
              <a:spcAft>
                <a:spcPts val="400"/>
              </a:spcAft>
            </a:pPr>
            <a:r>
              <a:rPr sz="1400" b="0">
                <a:solidFill>
                  <a:schemeClr val="tx1"/>
                </a:solidFill>
                <a:latin typeface="+mn-lt"/>
              </a:rPr>
              <a:t>Lorem ipsum dolor sit amet consectetur adipiscing elit sed do eiusmod tempor incididunt ut</a:t>
            </a:r>
          </a:p>
        </p:txBody>
      </p:sp>
      <p:sp>
        <p:nvSpPr>
          <p:cNvPr id="9" name="Rectangle 8"/>
          <p:cNvSpPr/>
          <p:nvPr/>
        </p:nvSpPr>
        <p:spPr>
          <a:xfrm>
            <a:off x="5209946" y="2843784"/>
            <a:ext cx="2933090" cy="1495043"/>
          </a:xfrm>
          <a:prstGeom prst="rect">
            <a:avLst/>
          </a:prstGeom>
          <a:solidFill>
            <a:schemeClr val="accent4"/>
          </a:solidFill>
          <a:ln>
            <a:noFill/>
          </a:ln>
          <a:effectLst/>
        </p:spPr>
        <p:txBody>
          <a:bodyPr rtlCol="0" anchor="t" lIns="164592" rIns="164592" tIns="109728" bIns="109728" wrap="square"/>
          <a:lstStyle/>
          <a:p>
            <a:pPr algn="l">
              <a:spcAft>
                <a:spcPts val="400"/>
              </a:spcAft>
            </a:pPr>
            <a:r>
              <a:rPr sz="1800" b="1">
                <a:solidFill>
                  <a:schemeClr val="tx1"/>
                </a:solidFill>
                <a:latin typeface="+mn-lt"/>
              </a:rPr>
              <a:t>1B</a:t>
            </a:r>
          </a:p>
          <a:p>
            <a:pPr algn="l">
              <a:spcAft>
                <a:spcPts val="400"/>
              </a:spcAft>
            </a:pPr>
            <a:r>
              <a:rPr sz="1400" b="0">
                <a:solidFill>
                  <a:schemeClr val="tx1"/>
                </a:solidFill>
                <a:latin typeface="+mn-lt"/>
              </a:rPr>
              <a:t>Lorem ipsum dolor sit amet consectetur adipiscing elit sed do eiusmod tempor incididunt ut</a:t>
            </a:r>
          </a:p>
        </p:txBody>
      </p:sp>
      <p:sp>
        <p:nvSpPr>
          <p:cNvPr id="10" name="Rectangle 9"/>
          <p:cNvSpPr/>
          <p:nvPr/>
        </p:nvSpPr>
        <p:spPr>
          <a:xfrm>
            <a:off x="8435644" y="2843784"/>
            <a:ext cx="2933090" cy="1495043"/>
          </a:xfrm>
          <a:prstGeom prst="rect">
            <a:avLst/>
          </a:prstGeom>
          <a:solidFill>
            <a:schemeClr val="accent3"/>
          </a:solidFill>
          <a:ln>
            <a:noFill/>
          </a:ln>
          <a:effectLst/>
        </p:spPr>
        <p:txBody>
          <a:bodyPr rtlCol="0" anchor="t" lIns="164592" rIns="164592" tIns="109728" bIns="109728" wrap="square"/>
          <a:lstStyle/>
          <a:p>
            <a:pPr algn="l">
              <a:spcAft>
                <a:spcPts val="400"/>
              </a:spcAft>
            </a:pPr>
            <a:r>
              <a:rPr sz="1800" b="1">
                <a:solidFill>
                  <a:schemeClr val="tx1"/>
                </a:solidFill>
                <a:latin typeface="+mn-lt"/>
              </a:rPr>
              <a:t>1C</a:t>
            </a:r>
          </a:p>
          <a:p>
            <a:pPr algn="l">
              <a:spcAft>
                <a:spcPts val="400"/>
              </a:spcAft>
            </a:pPr>
            <a:r>
              <a:rPr sz="1400" b="0">
                <a:solidFill>
                  <a:schemeClr val="tx1"/>
                </a:solidFill>
                <a:latin typeface="+mn-lt"/>
              </a:rPr>
              <a:t>Lorem ipsum dolor sit amet consectetur adipiscing elit sed do eiusmod tempor incididunt ut</a:t>
            </a:r>
          </a:p>
        </p:txBody>
      </p:sp>
      <p:sp>
        <p:nvSpPr>
          <p:cNvPr id="11" name="Rectangle 10"/>
          <p:cNvSpPr/>
          <p:nvPr/>
        </p:nvSpPr>
        <p:spPr>
          <a:xfrm>
            <a:off x="822960" y="4539996"/>
            <a:ext cx="868680" cy="1495043"/>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Lorem</a:t>
            </a:r>
          </a:p>
        </p:txBody>
      </p:sp>
      <p:sp>
        <p:nvSpPr>
          <p:cNvPr id="12" name="Rectangle 11"/>
          <p:cNvSpPr/>
          <p:nvPr/>
        </p:nvSpPr>
        <p:spPr>
          <a:xfrm>
            <a:off x="1984248" y="4539996"/>
            <a:ext cx="2933090" cy="1495043"/>
          </a:xfrm>
          <a:prstGeom prst="rect">
            <a:avLst/>
          </a:prstGeom>
          <a:solidFill>
            <a:schemeClr val="accent4"/>
          </a:solidFill>
          <a:ln>
            <a:noFill/>
          </a:ln>
          <a:effectLst/>
        </p:spPr>
        <p:txBody>
          <a:bodyPr rtlCol="0" anchor="t" lIns="164592" rIns="164592" tIns="109728" bIns="109728" wrap="square"/>
          <a:lstStyle/>
          <a:p>
            <a:pPr algn="l">
              <a:spcAft>
                <a:spcPts val="400"/>
              </a:spcAft>
            </a:pPr>
            <a:r>
              <a:rPr sz="1800" b="1">
                <a:solidFill>
                  <a:schemeClr val="tx1"/>
                </a:solidFill>
                <a:latin typeface="+mn-lt"/>
              </a:rPr>
              <a:t>2A</a:t>
            </a:r>
          </a:p>
          <a:p>
            <a:pPr algn="l">
              <a:spcAft>
                <a:spcPts val="400"/>
              </a:spcAft>
            </a:pPr>
            <a:r>
              <a:rPr sz="1400" b="0">
                <a:solidFill>
                  <a:schemeClr val="tx1"/>
                </a:solidFill>
                <a:latin typeface="+mn-lt"/>
              </a:rPr>
              <a:t>Lorem ipsum dolor sit amet consectetur adipiscing elit sed do eiusmod tempor incididunt ut</a:t>
            </a:r>
          </a:p>
        </p:txBody>
      </p:sp>
      <p:sp>
        <p:nvSpPr>
          <p:cNvPr id="13" name="Rectangle 12"/>
          <p:cNvSpPr/>
          <p:nvPr/>
        </p:nvSpPr>
        <p:spPr>
          <a:xfrm>
            <a:off x="5209946" y="4539996"/>
            <a:ext cx="2933090" cy="1495043"/>
          </a:xfrm>
          <a:prstGeom prst="rect">
            <a:avLst/>
          </a:prstGeom>
          <a:solidFill>
            <a:schemeClr val="accent3"/>
          </a:solidFill>
          <a:ln>
            <a:noFill/>
          </a:ln>
          <a:effectLst/>
        </p:spPr>
        <p:txBody>
          <a:bodyPr rtlCol="0" anchor="t" lIns="164592" rIns="164592" tIns="109728" bIns="109728" wrap="square"/>
          <a:lstStyle/>
          <a:p>
            <a:pPr algn="l">
              <a:spcAft>
                <a:spcPts val="400"/>
              </a:spcAft>
            </a:pPr>
            <a:r>
              <a:rPr sz="1800" b="1">
                <a:solidFill>
                  <a:schemeClr val="tx1"/>
                </a:solidFill>
                <a:latin typeface="+mn-lt"/>
              </a:rPr>
              <a:t>2B</a:t>
            </a:r>
          </a:p>
          <a:p>
            <a:pPr algn="l">
              <a:spcAft>
                <a:spcPts val="400"/>
              </a:spcAft>
            </a:pPr>
            <a:r>
              <a:rPr sz="1400" b="0">
                <a:solidFill>
                  <a:schemeClr val="tx1"/>
                </a:solidFill>
                <a:latin typeface="+mn-lt"/>
              </a:rPr>
              <a:t>Lorem ipsum dolor sit amet consectetur adipiscing elit sed do eiusmod tempor incididunt ut</a:t>
            </a:r>
          </a:p>
        </p:txBody>
      </p:sp>
      <p:sp>
        <p:nvSpPr>
          <p:cNvPr id="14" name="Rectangle 13"/>
          <p:cNvSpPr/>
          <p:nvPr/>
        </p:nvSpPr>
        <p:spPr>
          <a:xfrm>
            <a:off x="8435644" y="4539996"/>
            <a:ext cx="2933090" cy="1495043"/>
          </a:xfrm>
          <a:prstGeom prst="rect">
            <a:avLst/>
          </a:prstGeom>
          <a:solidFill>
            <a:schemeClr val="accent5"/>
          </a:solidFill>
          <a:ln>
            <a:noFill/>
          </a:ln>
          <a:effectLst/>
        </p:spPr>
        <p:txBody>
          <a:bodyPr rtlCol="0" anchor="t" lIns="164592" rIns="164592" tIns="109728" bIns="109728" wrap="square"/>
          <a:lstStyle/>
          <a:p>
            <a:pPr algn="l">
              <a:spcAft>
                <a:spcPts val="400"/>
              </a:spcAft>
            </a:pPr>
            <a:r>
              <a:rPr sz="1800" b="1">
                <a:solidFill>
                  <a:schemeClr val="tx1"/>
                </a:solidFill>
                <a:latin typeface="+mn-lt"/>
              </a:rPr>
              <a:t>2C</a:t>
            </a:r>
          </a:p>
          <a:p>
            <a:pPr algn="l">
              <a:spcAft>
                <a:spcPts val="400"/>
              </a:spcAft>
            </a:pPr>
            <a:r>
              <a:rPr sz="1400" b="0">
                <a:solidFill>
                  <a:schemeClr val="tx1"/>
                </a:solidFill>
                <a:latin typeface="+mn-lt"/>
              </a:rPr>
              <a:t>Lorem ipsum dolor sit amet consectetur adipiscing elit sed do eiusmod tempor incididunt 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1508760" y="1691640"/>
            <a:ext cx="4783683" cy="1778507"/>
          </a:xfrm>
          <a:prstGeom prst="rect">
            <a:avLst/>
          </a:prstGeom>
          <a:solidFill>
            <a:schemeClr val="accent5"/>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4" name="Rectangle 3"/>
          <p:cNvSpPr/>
          <p:nvPr/>
        </p:nvSpPr>
        <p:spPr>
          <a:xfrm>
            <a:off x="6585051" y="1691640"/>
            <a:ext cx="4783683" cy="1778507"/>
          </a:xfrm>
          <a:prstGeom prst="rect">
            <a:avLst/>
          </a:prstGeom>
          <a:solidFill>
            <a:schemeClr val="accent3"/>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5" name="Rectangle 4"/>
          <p:cNvSpPr/>
          <p:nvPr/>
        </p:nvSpPr>
        <p:spPr>
          <a:xfrm>
            <a:off x="1508760" y="3671315"/>
            <a:ext cx="4783683" cy="1778507"/>
          </a:xfrm>
          <a:prstGeom prst="rect">
            <a:avLst/>
          </a:prstGeom>
          <a:solidFill>
            <a:schemeClr val="accent4"/>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6" name="Rectangle 5"/>
          <p:cNvSpPr/>
          <p:nvPr/>
        </p:nvSpPr>
        <p:spPr>
          <a:xfrm>
            <a:off x="6585051" y="3671315"/>
            <a:ext cx="4783683" cy="1778507"/>
          </a:xfrm>
          <a:prstGeom prst="rect">
            <a:avLst/>
          </a:prstGeom>
          <a:solidFill>
            <a:schemeClr val="accent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7" name="Rectangle 6"/>
          <p:cNvSpPr/>
          <p:nvPr/>
        </p:nvSpPr>
        <p:spPr>
          <a:xfrm>
            <a:off x="1325880" y="1691640"/>
            <a:ext cx="36576" cy="3758183"/>
          </a:xfrm>
          <a:prstGeom prst="rect">
            <a:avLst/>
          </a:prstGeom>
          <a:solidFill>
            <a:schemeClr val="accent1"/>
          </a:solidFill>
          <a:ln>
            <a:noFill/>
          </a:ln>
          <a:effectLst/>
        </p:spPr>
        <p:txBody>
          <a:bodyPr rtlCol="0" anchor="ctr"/>
          <a:lstStyle/>
          <a:p>
            <a:pPr algn="ctr"/>
          </a:p>
        </p:txBody>
      </p:sp>
      <p:sp>
        <p:nvSpPr>
          <p:cNvPr id="8" name="Rectangle 7"/>
          <p:cNvSpPr/>
          <p:nvPr/>
        </p:nvSpPr>
        <p:spPr>
          <a:xfrm>
            <a:off x="1508760" y="5522975"/>
            <a:ext cx="9859975" cy="36576"/>
          </a:xfrm>
          <a:prstGeom prst="rect">
            <a:avLst/>
          </a:prstGeom>
          <a:solidFill>
            <a:schemeClr val="accent1"/>
          </a:solidFill>
          <a:ln>
            <a:noFill/>
          </a:ln>
          <a:effectLst/>
        </p:spPr>
        <p:txBody>
          <a:bodyPr rtlCol="0" anchor="ctr"/>
          <a:lstStyle/>
          <a:p>
            <a:pPr algn="ctr"/>
          </a:p>
        </p:txBody>
      </p:sp>
      <p:sp>
        <p:nvSpPr>
          <p:cNvPr id="9" name="TextBox 8"/>
          <p:cNvSpPr txBox="1"/>
          <p:nvPr/>
        </p:nvSpPr>
        <p:spPr>
          <a:xfrm>
            <a:off x="822960" y="1691640"/>
            <a:ext cx="502920" cy="3758183"/>
          </a:xfrm>
          <a:prstGeom prst="rect">
            <a:avLst/>
          </a:prstGeom>
          <a:noFill/>
        </p:spPr>
        <p:txBody>
          <a:bodyPr wrap="none" anchor="ctr" lIns="0" rIns="0" tIns="0" bIns="0">
            <a:spAutoFit/>
          </a:bodyPr>
          <a:lstStyle/>
          <a:p>
            <a:pPr algn="ctr"/>
            <a:r>
              <a:rPr sz="1400" b="1">
                <a:solidFill>
                  <a:schemeClr val="tx1"/>
                </a:solidFill>
                <a:latin typeface="+mn-lt"/>
              </a:rPr>
              <a:t>Lorem</a:t>
            </a:r>
          </a:p>
        </p:txBody>
      </p:sp>
      <p:sp>
        <p:nvSpPr>
          <p:cNvPr id="10" name="TextBox 9"/>
          <p:cNvSpPr txBox="1"/>
          <p:nvPr/>
        </p:nvSpPr>
        <p:spPr>
          <a:xfrm>
            <a:off x="1508760" y="5596127"/>
            <a:ext cx="9859975" cy="402336"/>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a:t>
            </a:r>
          </a:p>
        </p:txBody>
      </p:sp>
      <p:sp>
        <p:nvSpPr>
          <p:cNvPr id="4" name="Rectangle 3"/>
          <p:cNvSpPr/>
          <p:nvPr/>
        </p:nvSpPr>
        <p:spPr>
          <a:xfrm>
            <a:off x="822960" y="2880359"/>
            <a:ext cx="2416987" cy="2606040"/>
          </a:xfrm>
          <a:prstGeom prst="rect">
            <a:avLst/>
          </a:prstGeom>
          <a:solidFill>
            <a:schemeClr val="bg2"/>
          </a:solidFill>
          <a:ln>
            <a:noFill/>
          </a:ln>
          <a:effectLst/>
        </p:spPr>
        <p:txBody>
          <a:bodyPr rtlCol="0" anchor="ctr"/>
          <a:lstStyle/>
          <a:p>
            <a:pPr algn="ctr"/>
          </a:p>
        </p:txBody>
      </p:sp>
      <p:sp>
        <p:nvSpPr>
          <p:cNvPr id="5" name="TextBox 4"/>
          <p:cNvSpPr txBox="1"/>
          <p:nvPr/>
        </p:nvSpPr>
        <p:spPr>
          <a:xfrm>
            <a:off x="822960" y="3081527"/>
            <a:ext cx="2416987" cy="868680"/>
          </a:xfrm>
          <a:prstGeom prst="rect">
            <a:avLst/>
          </a:prstGeom>
          <a:noFill/>
        </p:spPr>
        <p:txBody>
          <a:bodyPr wrap="square" anchor="t" lIns="0" rIns="0" tIns="0" bIns="0">
            <a:spAutoFit/>
          </a:bodyPr>
          <a:lstStyle/>
          <a:p>
            <a:pPr algn="ctr"/>
            <a:r>
              <a:rPr sz="4800" b="1">
                <a:solidFill>
                  <a:schemeClr val="accent1"/>
                </a:solidFill>
                <a:latin typeface="+mj-lt"/>
              </a:rPr>
              <a:t>00</a:t>
            </a:r>
          </a:p>
        </p:txBody>
      </p:sp>
      <p:sp>
        <p:nvSpPr>
          <p:cNvPr id="6" name="TextBox 5"/>
          <p:cNvSpPr txBox="1"/>
          <p:nvPr/>
        </p:nvSpPr>
        <p:spPr>
          <a:xfrm>
            <a:off x="822960" y="3977639"/>
            <a:ext cx="2416987"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7" name="TextBox 6"/>
          <p:cNvSpPr txBox="1"/>
          <p:nvPr/>
        </p:nvSpPr>
        <p:spPr>
          <a:xfrm>
            <a:off x="987552" y="4361688"/>
            <a:ext cx="2087803" cy="1005840"/>
          </a:xfrm>
          <a:prstGeom prst="rect">
            <a:avLst/>
          </a:prstGeom>
          <a:noFill/>
        </p:spPr>
        <p:txBody>
          <a:bodyPr wrap="square" anchor="t" lIns="0" rIns="0" tIns="0" bIns="0">
            <a:spAutoFit/>
          </a:bodyPr>
          <a:lstStyle/>
          <a:p>
            <a:pPr algn="ctr"/>
            <a:r>
              <a:rPr sz="1400" b="0">
                <a:solidFill>
                  <a:schemeClr val="tx1"/>
                </a:solidFill>
                <a:latin typeface="+mn-lt"/>
              </a:rPr>
              <a:t>Lorem ipsum dolor sit amet consectetur adipiscing elit sed do</a:t>
            </a:r>
          </a:p>
        </p:txBody>
      </p:sp>
      <p:sp>
        <p:nvSpPr>
          <p:cNvPr id="8" name="Rectangle 7"/>
          <p:cNvSpPr/>
          <p:nvPr/>
        </p:nvSpPr>
        <p:spPr>
          <a:xfrm>
            <a:off x="3532555" y="2880359"/>
            <a:ext cx="2416987" cy="2606040"/>
          </a:xfrm>
          <a:prstGeom prst="rect">
            <a:avLst/>
          </a:prstGeom>
          <a:solidFill>
            <a:schemeClr val="bg2"/>
          </a:solidFill>
          <a:ln>
            <a:noFill/>
          </a:ln>
          <a:effectLst/>
        </p:spPr>
        <p:txBody>
          <a:bodyPr rtlCol="0" anchor="ctr"/>
          <a:lstStyle/>
          <a:p>
            <a:pPr algn="ctr"/>
          </a:p>
        </p:txBody>
      </p:sp>
      <p:sp>
        <p:nvSpPr>
          <p:cNvPr id="9" name="TextBox 8"/>
          <p:cNvSpPr txBox="1"/>
          <p:nvPr/>
        </p:nvSpPr>
        <p:spPr>
          <a:xfrm>
            <a:off x="3532555" y="3081527"/>
            <a:ext cx="2416987" cy="868680"/>
          </a:xfrm>
          <a:prstGeom prst="rect">
            <a:avLst/>
          </a:prstGeom>
          <a:noFill/>
        </p:spPr>
        <p:txBody>
          <a:bodyPr wrap="square" anchor="t" lIns="0" rIns="0" tIns="0" bIns="0">
            <a:spAutoFit/>
          </a:bodyPr>
          <a:lstStyle/>
          <a:p>
            <a:pPr algn="ctr"/>
            <a:r>
              <a:rPr sz="4800" b="1">
                <a:solidFill>
                  <a:schemeClr val="accent1"/>
                </a:solidFill>
                <a:latin typeface="+mj-lt"/>
              </a:rPr>
              <a:t>00</a:t>
            </a:r>
          </a:p>
        </p:txBody>
      </p:sp>
      <p:sp>
        <p:nvSpPr>
          <p:cNvPr id="10" name="TextBox 9"/>
          <p:cNvSpPr txBox="1"/>
          <p:nvPr/>
        </p:nvSpPr>
        <p:spPr>
          <a:xfrm>
            <a:off x="3532555" y="3977639"/>
            <a:ext cx="2416987"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11" name="TextBox 10"/>
          <p:cNvSpPr txBox="1"/>
          <p:nvPr/>
        </p:nvSpPr>
        <p:spPr>
          <a:xfrm>
            <a:off x="3697147" y="4361688"/>
            <a:ext cx="2087803" cy="1005840"/>
          </a:xfrm>
          <a:prstGeom prst="rect">
            <a:avLst/>
          </a:prstGeom>
          <a:noFill/>
        </p:spPr>
        <p:txBody>
          <a:bodyPr wrap="square" anchor="t" lIns="0" rIns="0" tIns="0" bIns="0">
            <a:spAutoFit/>
          </a:bodyPr>
          <a:lstStyle/>
          <a:p>
            <a:pPr algn="ctr"/>
            <a:r>
              <a:rPr sz="1400" b="0">
                <a:solidFill>
                  <a:schemeClr val="tx1"/>
                </a:solidFill>
                <a:latin typeface="+mn-lt"/>
              </a:rPr>
              <a:t>Lorem ipsum dolor sit amet consectetur adipiscing elit sed do</a:t>
            </a:r>
          </a:p>
        </p:txBody>
      </p:sp>
      <p:sp>
        <p:nvSpPr>
          <p:cNvPr id="12" name="Rectangle 11"/>
          <p:cNvSpPr/>
          <p:nvPr/>
        </p:nvSpPr>
        <p:spPr>
          <a:xfrm>
            <a:off x="6242151" y="2880359"/>
            <a:ext cx="2416987" cy="2606040"/>
          </a:xfrm>
          <a:prstGeom prst="rect">
            <a:avLst/>
          </a:prstGeom>
          <a:solidFill>
            <a:schemeClr val="bg2"/>
          </a:solidFill>
          <a:ln>
            <a:noFill/>
          </a:ln>
          <a:effectLst/>
        </p:spPr>
        <p:txBody>
          <a:bodyPr rtlCol="0" anchor="ctr"/>
          <a:lstStyle/>
          <a:p>
            <a:pPr algn="ctr"/>
          </a:p>
        </p:txBody>
      </p:sp>
      <p:sp>
        <p:nvSpPr>
          <p:cNvPr id="13" name="TextBox 12"/>
          <p:cNvSpPr txBox="1"/>
          <p:nvPr/>
        </p:nvSpPr>
        <p:spPr>
          <a:xfrm>
            <a:off x="6242151" y="3081527"/>
            <a:ext cx="2416987" cy="868680"/>
          </a:xfrm>
          <a:prstGeom prst="rect">
            <a:avLst/>
          </a:prstGeom>
          <a:noFill/>
        </p:spPr>
        <p:txBody>
          <a:bodyPr wrap="square" anchor="t" lIns="0" rIns="0" tIns="0" bIns="0">
            <a:spAutoFit/>
          </a:bodyPr>
          <a:lstStyle/>
          <a:p>
            <a:pPr algn="ctr"/>
            <a:r>
              <a:rPr sz="4800" b="1">
                <a:solidFill>
                  <a:schemeClr val="accent1"/>
                </a:solidFill>
                <a:latin typeface="+mj-lt"/>
              </a:rPr>
              <a:t>00</a:t>
            </a:r>
          </a:p>
        </p:txBody>
      </p:sp>
      <p:sp>
        <p:nvSpPr>
          <p:cNvPr id="14" name="TextBox 13"/>
          <p:cNvSpPr txBox="1"/>
          <p:nvPr/>
        </p:nvSpPr>
        <p:spPr>
          <a:xfrm>
            <a:off x="6242151" y="3977639"/>
            <a:ext cx="2416987"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15" name="TextBox 14"/>
          <p:cNvSpPr txBox="1"/>
          <p:nvPr/>
        </p:nvSpPr>
        <p:spPr>
          <a:xfrm>
            <a:off x="6406743" y="4361688"/>
            <a:ext cx="2087803" cy="1005840"/>
          </a:xfrm>
          <a:prstGeom prst="rect">
            <a:avLst/>
          </a:prstGeom>
          <a:noFill/>
        </p:spPr>
        <p:txBody>
          <a:bodyPr wrap="square" anchor="t" lIns="0" rIns="0" tIns="0" bIns="0">
            <a:spAutoFit/>
          </a:bodyPr>
          <a:lstStyle/>
          <a:p>
            <a:pPr algn="ctr"/>
            <a:r>
              <a:rPr sz="1400" b="0">
                <a:solidFill>
                  <a:schemeClr val="tx1"/>
                </a:solidFill>
                <a:latin typeface="+mn-lt"/>
              </a:rPr>
              <a:t>Lorem ipsum dolor sit amet consectetur adipiscing elit sed do</a:t>
            </a:r>
          </a:p>
        </p:txBody>
      </p:sp>
      <p:sp>
        <p:nvSpPr>
          <p:cNvPr id="16" name="Rectangle 15"/>
          <p:cNvSpPr/>
          <p:nvPr/>
        </p:nvSpPr>
        <p:spPr>
          <a:xfrm>
            <a:off x="8951747" y="2880359"/>
            <a:ext cx="2416987" cy="2606040"/>
          </a:xfrm>
          <a:prstGeom prst="rect">
            <a:avLst/>
          </a:prstGeom>
          <a:solidFill>
            <a:schemeClr val="bg2"/>
          </a:solidFill>
          <a:ln>
            <a:noFill/>
          </a:ln>
          <a:effectLst/>
        </p:spPr>
        <p:txBody>
          <a:bodyPr rtlCol="0" anchor="ctr"/>
          <a:lstStyle/>
          <a:p>
            <a:pPr algn="ctr"/>
          </a:p>
        </p:txBody>
      </p:sp>
      <p:sp>
        <p:nvSpPr>
          <p:cNvPr id="17" name="TextBox 16"/>
          <p:cNvSpPr txBox="1"/>
          <p:nvPr/>
        </p:nvSpPr>
        <p:spPr>
          <a:xfrm>
            <a:off x="8951747" y="3081527"/>
            <a:ext cx="2416987" cy="868680"/>
          </a:xfrm>
          <a:prstGeom prst="rect">
            <a:avLst/>
          </a:prstGeom>
          <a:noFill/>
        </p:spPr>
        <p:txBody>
          <a:bodyPr wrap="square" anchor="t" lIns="0" rIns="0" tIns="0" bIns="0">
            <a:spAutoFit/>
          </a:bodyPr>
          <a:lstStyle/>
          <a:p>
            <a:pPr algn="ctr"/>
            <a:r>
              <a:rPr sz="4800" b="1">
                <a:solidFill>
                  <a:schemeClr val="accent1"/>
                </a:solidFill>
                <a:latin typeface="+mj-lt"/>
              </a:rPr>
              <a:t>00</a:t>
            </a:r>
          </a:p>
        </p:txBody>
      </p:sp>
      <p:sp>
        <p:nvSpPr>
          <p:cNvPr id="18" name="TextBox 17"/>
          <p:cNvSpPr txBox="1"/>
          <p:nvPr/>
        </p:nvSpPr>
        <p:spPr>
          <a:xfrm>
            <a:off x="8951747" y="3977639"/>
            <a:ext cx="2416987"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19" name="TextBox 18"/>
          <p:cNvSpPr txBox="1"/>
          <p:nvPr/>
        </p:nvSpPr>
        <p:spPr>
          <a:xfrm>
            <a:off x="9116339" y="4361688"/>
            <a:ext cx="2087803" cy="1005840"/>
          </a:xfrm>
          <a:prstGeom prst="rect">
            <a:avLst/>
          </a:prstGeom>
          <a:noFill/>
        </p:spPr>
        <p:txBody>
          <a:bodyPr wrap="square" anchor="t" lIns="0" rIns="0" tIns="0" bIns="0">
            <a:spAutoFit/>
          </a:bodyPr>
          <a:lstStyle/>
          <a:p>
            <a:pPr algn="ctr"/>
            <a:r>
              <a:rPr sz="1400" b="0">
                <a:solidFill>
                  <a:schemeClr val="tx1"/>
                </a:solidFill>
                <a:latin typeface="+mn-lt"/>
              </a:rPr>
              <a:t>Lorem ipsum dolor sit amet consectetur adipiscing elit sed 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a:t>
            </a:r>
          </a:p>
        </p:txBody>
      </p:sp>
      <p:sp>
        <p:nvSpPr>
          <p:cNvPr id="4" name="Rectangle 3"/>
          <p:cNvSpPr/>
          <p:nvPr/>
        </p:nvSpPr>
        <p:spPr>
          <a:xfrm>
            <a:off x="3218687" y="2331720"/>
            <a:ext cx="3928719" cy="502920"/>
          </a:xfrm>
          <a:prstGeom prst="rect">
            <a:avLst/>
          </a:prstGeom>
          <a:solidFill>
            <a:schemeClr val="accent1"/>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5" name="Rectangle 4"/>
          <p:cNvSpPr/>
          <p:nvPr/>
        </p:nvSpPr>
        <p:spPr>
          <a:xfrm>
            <a:off x="7440015" y="2331720"/>
            <a:ext cx="3928719" cy="502920"/>
          </a:xfrm>
          <a:prstGeom prst="rect">
            <a:avLst/>
          </a:prstGeom>
          <a:solidFill>
            <a:schemeClr val="accent2"/>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6" name="TextBox 5"/>
          <p:cNvSpPr txBox="1"/>
          <p:nvPr/>
        </p:nvSpPr>
        <p:spPr>
          <a:xfrm>
            <a:off x="822960" y="3035808"/>
            <a:ext cx="2103120" cy="659282"/>
          </a:xfrm>
          <a:prstGeom prst="rect">
            <a:avLst/>
          </a:prstGeom>
          <a:noFill/>
        </p:spPr>
        <p:txBody>
          <a:bodyPr wrap="square" anchor="ctr" lIns="0" rIns="0" tIns="0" bIns="0">
            <a:spAutoFit/>
          </a:bodyPr>
          <a:lstStyle/>
          <a:p>
            <a:pPr algn="r"/>
            <a:r>
              <a:rPr sz="1400" b="1">
                <a:solidFill>
                  <a:schemeClr val="tx1"/>
                </a:solidFill>
                <a:latin typeface="+mn-lt"/>
              </a:rPr>
              <a:t>Lorem Ipsum</a:t>
            </a:r>
          </a:p>
        </p:txBody>
      </p:sp>
      <p:sp>
        <p:nvSpPr>
          <p:cNvPr id="7" name="Rectangle 6"/>
          <p:cNvSpPr/>
          <p:nvPr/>
        </p:nvSpPr>
        <p:spPr>
          <a:xfrm>
            <a:off x="3218687" y="3035808"/>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8" name="Rectangle 7"/>
          <p:cNvSpPr/>
          <p:nvPr/>
        </p:nvSpPr>
        <p:spPr>
          <a:xfrm>
            <a:off x="7440015" y="3035808"/>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9" name="TextBox 8"/>
          <p:cNvSpPr txBox="1"/>
          <p:nvPr/>
        </p:nvSpPr>
        <p:spPr>
          <a:xfrm>
            <a:off x="822960" y="3815791"/>
            <a:ext cx="2103120" cy="659282"/>
          </a:xfrm>
          <a:prstGeom prst="rect">
            <a:avLst/>
          </a:prstGeom>
          <a:noFill/>
        </p:spPr>
        <p:txBody>
          <a:bodyPr wrap="square" anchor="ctr" lIns="0" rIns="0" tIns="0" bIns="0">
            <a:spAutoFit/>
          </a:bodyPr>
          <a:lstStyle/>
          <a:p>
            <a:pPr algn="r"/>
            <a:r>
              <a:rPr sz="1400" b="1">
                <a:solidFill>
                  <a:schemeClr val="tx1"/>
                </a:solidFill>
                <a:latin typeface="+mn-lt"/>
              </a:rPr>
              <a:t>Lorem Ipsum</a:t>
            </a:r>
          </a:p>
        </p:txBody>
      </p:sp>
      <p:sp>
        <p:nvSpPr>
          <p:cNvPr id="10" name="Rectangle 9"/>
          <p:cNvSpPr/>
          <p:nvPr/>
        </p:nvSpPr>
        <p:spPr>
          <a:xfrm>
            <a:off x="3218687" y="3815791"/>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11" name="Rectangle 10"/>
          <p:cNvSpPr/>
          <p:nvPr/>
        </p:nvSpPr>
        <p:spPr>
          <a:xfrm>
            <a:off x="7440015" y="3815791"/>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12" name="TextBox 11"/>
          <p:cNvSpPr txBox="1"/>
          <p:nvPr/>
        </p:nvSpPr>
        <p:spPr>
          <a:xfrm>
            <a:off x="822960" y="4595774"/>
            <a:ext cx="2103120" cy="659282"/>
          </a:xfrm>
          <a:prstGeom prst="rect">
            <a:avLst/>
          </a:prstGeom>
          <a:noFill/>
        </p:spPr>
        <p:txBody>
          <a:bodyPr wrap="square" anchor="ctr" lIns="0" rIns="0" tIns="0" bIns="0">
            <a:spAutoFit/>
          </a:bodyPr>
          <a:lstStyle/>
          <a:p>
            <a:pPr algn="r"/>
            <a:r>
              <a:rPr sz="1400" b="1">
                <a:solidFill>
                  <a:schemeClr val="tx1"/>
                </a:solidFill>
                <a:latin typeface="+mn-lt"/>
              </a:rPr>
              <a:t>Lorem Ipsum</a:t>
            </a:r>
          </a:p>
        </p:txBody>
      </p:sp>
      <p:sp>
        <p:nvSpPr>
          <p:cNvPr id="13" name="Rectangle 12"/>
          <p:cNvSpPr/>
          <p:nvPr/>
        </p:nvSpPr>
        <p:spPr>
          <a:xfrm>
            <a:off x="3218687" y="4595774"/>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14" name="Rectangle 13"/>
          <p:cNvSpPr/>
          <p:nvPr/>
        </p:nvSpPr>
        <p:spPr>
          <a:xfrm>
            <a:off x="7440015" y="4595774"/>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15" name="TextBox 14"/>
          <p:cNvSpPr txBox="1"/>
          <p:nvPr/>
        </p:nvSpPr>
        <p:spPr>
          <a:xfrm>
            <a:off x="822960" y="5375757"/>
            <a:ext cx="2103120" cy="659282"/>
          </a:xfrm>
          <a:prstGeom prst="rect">
            <a:avLst/>
          </a:prstGeom>
          <a:noFill/>
        </p:spPr>
        <p:txBody>
          <a:bodyPr wrap="square" anchor="ctr" lIns="0" rIns="0" tIns="0" bIns="0">
            <a:spAutoFit/>
          </a:bodyPr>
          <a:lstStyle/>
          <a:p>
            <a:pPr algn="r"/>
            <a:r>
              <a:rPr sz="1400" b="1">
                <a:solidFill>
                  <a:schemeClr val="tx1"/>
                </a:solidFill>
                <a:latin typeface="+mn-lt"/>
              </a:rPr>
              <a:t>Lorem Ipsum</a:t>
            </a:r>
          </a:p>
        </p:txBody>
      </p:sp>
      <p:sp>
        <p:nvSpPr>
          <p:cNvPr id="16" name="Rectangle 15"/>
          <p:cNvSpPr/>
          <p:nvPr/>
        </p:nvSpPr>
        <p:spPr>
          <a:xfrm>
            <a:off x="3218687" y="5375757"/>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
        <p:nvSpPr>
          <p:cNvPr id="17" name="Rectangle 16"/>
          <p:cNvSpPr/>
          <p:nvPr/>
        </p:nvSpPr>
        <p:spPr>
          <a:xfrm>
            <a:off x="7440015" y="5375757"/>
            <a:ext cx="3928719" cy="65928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822960" y="1691640"/>
            <a:ext cx="5061972" cy="434340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a:t>
            </a:r>
          </a:p>
        </p:txBody>
      </p:sp>
      <p:sp>
        <p:nvSpPr>
          <p:cNvPr id="4" name="TextBox 3"/>
          <p:cNvSpPr txBox="1"/>
          <p:nvPr/>
        </p:nvSpPr>
        <p:spPr>
          <a:xfrm>
            <a:off x="6268980" y="1691640"/>
            <a:ext cx="5099755" cy="402336"/>
          </a:xfrm>
          <a:prstGeom prst="rect">
            <a:avLst/>
          </a:prstGeom>
          <a:noFill/>
        </p:spPr>
        <p:txBody>
          <a:bodyPr wrap="square" anchor="t" lIns="0" rIns="0" tIns="0" bIns="0">
            <a:spAutoFit/>
          </a:bodyPr>
          <a:lstStyle/>
          <a:p>
            <a:pPr algn="l"/>
            <a:r>
              <a:rPr sz="2000" b="1">
                <a:solidFill>
                  <a:schemeClr val="tx1"/>
                </a:solidFill>
                <a:latin typeface="+mn-lt"/>
              </a:rPr>
              <a:t>Lorem Ipsum Dolor</a:t>
            </a:r>
          </a:p>
        </p:txBody>
      </p:sp>
      <p:sp>
        <p:nvSpPr>
          <p:cNvPr id="5" name="TextBox 4"/>
          <p:cNvSpPr txBox="1"/>
          <p:nvPr/>
        </p:nvSpPr>
        <p:spPr>
          <a:xfrm>
            <a:off x="6268980" y="2203704"/>
            <a:ext cx="5099755" cy="141732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id="6" name="Oval 5"/>
          <p:cNvSpPr/>
          <p:nvPr/>
        </p:nvSpPr>
        <p:spPr>
          <a:xfrm>
            <a:off x="6268980" y="3867911"/>
            <a:ext cx="237744" cy="237744"/>
          </a:xfrm>
          <a:prstGeom prst="ellipse">
            <a:avLst/>
          </a:prstGeom>
          <a:solidFill>
            <a:schemeClr val="accent1"/>
          </a:solidFill>
          <a:ln>
            <a:noFill/>
          </a:ln>
          <a:effectLst/>
        </p:spPr>
        <p:txBody>
          <a:bodyPr rtlCol="0" anchor="ctr"/>
          <a:lstStyle/>
          <a:p>
            <a:pPr algn="ctr"/>
          </a:p>
        </p:txBody>
      </p:sp>
      <p:sp>
        <p:nvSpPr>
          <p:cNvPr id="7" name="TextBox 6"/>
          <p:cNvSpPr txBox="1"/>
          <p:nvPr/>
        </p:nvSpPr>
        <p:spPr>
          <a:xfrm>
            <a:off x="6653028" y="3822191"/>
            <a:ext cx="4715707" cy="536448"/>
          </a:xfrm>
          <a:prstGeom prst="rect">
            <a:avLst/>
          </a:prstGeom>
          <a:noFill/>
        </p:spPr>
        <p:txBody>
          <a:bodyPr wrap="square" anchor="t" lIns="0" rIns="0" tIns="0" bIns="0">
            <a:spAutoFit/>
          </a:bodyPr>
          <a:lstStyle/>
          <a:p>
            <a:pPr algn="l"/>
            <a:r>
              <a:rPr sz="14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8" name="Oval 7"/>
          <p:cNvSpPr/>
          <p:nvPr/>
        </p:nvSpPr>
        <p:spPr>
          <a:xfrm>
            <a:off x="6268980" y="4605528"/>
            <a:ext cx="237744" cy="237744"/>
          </a:xfrm>
          <a:prstGeom prst="ellipse">
            <a:avLst/>
          </a:prstGeom>
          <a:solidFill>
            <a:schemeClr val="accent1"/>
          </a:solidFill>
          <a:ln>
            <a:noFill/>
          </a:ln>
          <a:effectLst/>
        </p:spPr>
        <p:txBody>
          <a:bodyPr rtlCol="0" anchor="ctr"/>
          <a:lstStyle/>
          <a:p>
            <a:pPr algn="ctr"/>
          </a:p>
        </p:txBody>
      </p:sp>
      <p:sp>
        <p:nvSpPr>
          <p:cNvPr id="9" name="TextBox 8"/>
          <p:cNvSpPr txBox="1"/>
          <p:nvPr/>
        </p:nvSpPr>
        <p:spPr>
          <a:xfrm>
            <a:off x="6653028" y="4559808"/>
            <a:ext cx="4715707" cy="536448"/>
          </a:xfrm>
          <a:prstGeom prst="rect">
            <a:avLst/>
          </a:prstGeom>
          <a:noFill/>
        </p:spPr>
        <p:txBody>
          <a:bodyPr wrap="square" anchor="t" lIns="0" rIns="0" tIns="0" bIns="0">
            <a:spAutoFit/>
          </a:bodyPr>
          <a:lstStyle/>
          <a:p>
            <a:pPr algn="l"/>
            <a:r>
              <a:rPr sz="14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10" name="Oval 9"/>
          <p:cNvSpPr/>
          <p:nvPr/>
        </p:nvSpPr>
        <p:spPr>
          <a:xfrm>
            <a:off x="6268980" y="5343144"/>
            <a:ext cx="237744" cy="237744"/>
          </a:xfrm>
          <a:prstGeom prst="ellipse">
            <a:avLst/>
          </a:prstGeom>
          <a:solidFill>
            <a:schemeClr val="accent1"/>
          </a:solidFill>
          <a:ln>
            <a:noFill/>
          </a:ln>
          <a:effectLst/>
        </p:spPr>
        <p:txBody>
          <a:bodyPr rtlCol="0" anchor="ctr"/>
          <a:lstStyle/>
          <a:p>
            <a:pPr algn="ctr"/>
          </a:p>
        </p:txBody>
      </p:sp>
      <p:sp>
        <p:nvSpPr>
          <p:cNvPr id="11" name="TextBox 10"/>
          <p:cNvSpPr txBox="1"/>
          <p:nvPr/>
        </p:nvSpPr>
        <p:spPr>
          <a:xfrm>
            <a:off x="6653028" y="5297424"/>
            <a:ext cx="4715707" cy="536448"/>
          </a:xfrm>
          <a:prstGeom prst="rect">
            <a:avLst/>
          </a:prstGeom>
          <a:noFill/>
        </p:spPr>
        <p:txBody>
          <a:bodyPr wrap="square" anchor="t" lIns="0" rIns="0" tIns="0" bIns="0">
            <a:spAutoFit/>
          </a:bodyPr>
          <a:lstStyle/>
          <a:p>
            <a:pPr algn="l"/>
            <a:r>
              <a:rPr sz="1400" b="1">
                <a:solidFill>
                  <a:schemeClr val="tx1"/>
                </a:solidFill>
                <a:latin typeface="+mn-lt"/>
              </a:rPr>
              <a:t>Lorem Ipsum</a:t>
            </a:r>
          </a:p>
          <a:p>
            <a:pPr algn="l"/>
            <a:r>
              <a:rPr sz="1400" b="0">
                <a:solidFill>
                  <a:schemeClr val="tx1"/>
                </a:solidFill>
                <a:latin typeface="+mn-lt"/>
              </a:rPr>
              <a:t>Lorem ipsum dolor sit amet consectetur adipiscing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674620"/>
            <a:ext cx="8534095" cy="1828800"/>
          </a:xfrm>
          <a:prstGeom prst="rect">
            <a:avLst/>
          </a:prstGeom>
          <a:noFill/>
        </p:spPr>
        <p:txBody>
          <a:bodyPr wrap="square" anchor="b" lIns="0" rIns="0" tIns="0" bIns="0">
            <a:spAutoFit/>
          </a:bodyPr>
          <a:lstStyle/>
          <a:p>
            <a:pPr algn="ctr"/>
            <a:r>
              <a:rPr sz="2800" b="1">
                <a:solidFill>
                  <a:schemeClr val="tx1"/>
                </a:solidFill>
                <a:latin typeface="+mj-lt"/>
              </a:rPr>
              <a:t>Lorem ipsum dolor sit amet consectetur adipiscing elit sed do eiusmod tempor incididunt ut labore et dolore magna aliqua ut enim ad minim veniam quis nostrud exercitation</a:t>
            </a:r>
          </a:p>
        </p:txBody>
      </p:sp>
      <p:sp>
        <p:nvSpPr>
          <p:cNvPr id="3" name="TextBox 2"/>
          <p:cNvSpPr txBox="1"/>
          <p:nvPr/>
        </p:nvSpPr>
        <p:spPr>
          <a:xfrm>
            <a:off x="2468880" y="4732020"/>
            <a:ext cx="7253935" cy="457200"/>
          </a:xfrm>
          <a:prstGeom prst="rect">
            <a:avLst/>
          </a:prstGeom>
          <a:noFill/>
        </p:spPr>
        <p:txBody>
          <a:bodyPr wrap="square" anchor="t" lIns="0" rIns="0" tIns="0" bIns="0">
            <a:spAutoFit/>
          </a:bodyPr>
          <a:lstStyle/>
          <a:p>
            <a:pPr algn="ctr"/>
            <a:r>
              <a:rPr sz="1400" b="0">
                <a:solidFill>
                  <a:schemeClr val="tx1"/>
                </a:solidFill>
                <a:latin typeface="+mn-lt"/>
              </a:rPr>
              <a:t>Lorem ipsum dolor sit amet consectetur adipiscing elit sed do eiusmod tempor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3035808" y="2348484"/>
            <a:ext cx="36576" cy="3029711"/>
          </a:xfrm>
          <a:prstGeom prst="rect">
            <a:avLst/>
          </a:prstGeom>
          <a:solidFill>
            <a:schemeClr val="accent4"/>
          </a:solidFill>
          <a:ln>
            <a:noFill/>
          </a:ln>
          <a:effectLst/>
        </p:spPr>
        <p:txBody>
          <a:bodyPr rtlCol="0" anchor="ctr"/>
          <a:lstStyle/>
          <a:p>
            <a:pPr algn="ctr"/>
          </a:p>
        </p:txBody>
      </p:sp>
      <p:sp>
        <p:nvSpPr>
          <p:cNvPr id="4" name="Rectangle 3"/>
          <p:cNvSpPr/>
          <p:nvPr/>
        </p:nvSpPr>
        <p:spPr>
          <a:xfrm>
            <a:off x="822960" y="1691640"/>
            <a:ext cx="1920240" cy="1313687"/>
          </a:xfrm>
          <a:prstGeom prst="rect">
            <a:avLst/>
          </a:prstGeom>
          <a:solidFill>
            <a:schemeClr val="bg2"/>
          </a:solidFill>
          <a:ln>
            <a:noFill/>
          </a:ln>
          <a:effectLst/>
        </p:spPr>
        <p:txBody>
          <a:bodyPr rtlCol="0" anchor="ctr" wrap="square" lIns="164592" rIns="164592" tIns="109728" bIns="109728"/>
          <a:lstStyle/>
          <a:p>
            <a:pPr algn="ctr"/>
            <a:r>
              <a:rPr sz="1800" b="1">
                <a:solidFill>
                  <a:schemeClr val="tx1"/>
                </a:solidFill>
                <a:latin typeface="+mn-lt"/>
              </a:rPr>
              <a:t>Lorem</a:t>
            </a:r>
          </a:p>
          <a:p>
            <a:pPr algn="ctr"/>
            <a:r>
              <a:rPr sz="1400" b="0">
                <a:solidFill>
                  <a:schemeClr val="tx1"/>
                </a:solidFill>
                <a:latin typeface="+mn-lt"/>
              </a:rPr>
              <a:t>Lorem ipsum dolor</a:t>
            </a:r>
          </a:p>
        </p:txBody>
      </p:sp>
      <p:sp>
        <p:nvSpPr>
          <p:cNvPr id="5" name="Oval 4"/>
          <p:cNvSpPr/>
          <p:nvPr/>
        </p:nvSpPr>
        <p:spPr>
          <a:xfrm>
            <a:off x="2935224" y="2229612"/>
            <a:ext cx="237744" cy="237744"/>
          </a:xfrm>
          <a:prstGeom prst="ellipse">
            <a:avLst/>
          </a:prstGeom>
          <a:solidFill>
            <a:schemeClr val="accent1"/>
          </a:solidFill>
          <a:ln>
            <a:noFill/>
          </a:ln>
          <a:effectLst/>
        </p:spPr>
        <p:txBody>
          <a:bodyPr rtlCol="0" anchor="ctr"/>
          <a:lstStyle/>
          <a:p>
            <a:pPr algn="ctr"/>
          </a:p>
        </p:txBody>
      </p:sp>
      <p:sp>
        <p:nvSpPr>
          <p:cNvPr id="6" name="Rectangle 5"/>
          <p:cNvSpPr/>
          <p:nvPr/>
        </p:nvSpPr>
        <p:spPr>
          <a:xfrm>
            <a:off x="3328415" y="1691640"/>
            <a:ext cx="8040319" cy="1313687"/>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a:t>
            </a:r>
          </a:p>
        </p:txBody>
      </p:sp>
      <p:sp>
        <p:nvSpPr>
          <p:cNvPr id="7" name="Rectangle 6"/>
          <p:cNvSpPr/>
          <p:nvPr/>
        </p:nvSpPr>
        <p:spPr>
          <a:xfrm>
            <a:off x="822960" y="3206496"/>
            <a:ext cx="1920240" cy="1313687"/>
          </a:xfrm>
          <a:prstGeom prst="rect">
            <a:avLst/>
          </a:prstGeom>
          <a:solidFill>
            <a:schemeClr val="bg2"/>
          </a:solidFill>
          <a:ln>
            <a:noFill/>
          </a:ln>
          <a:effectLst/>
        </p:spPr>
        <p:txBody>
          <a:bodyPr rtlCol="0" anchor="ctr" wrap="square" lIns="164592" rIns="164592" tIns="109728" bIns="109728"/>
          <a:lstStyle/>
          <a:p>
            <a:pPr algn="ctr"/>
            <a:r>
              <a:rPr sz="1800" b="1">
                <a:solidFill>
                  <a:schemeClr val="tx1"/>
                </a:solidFill>
                <a:latin typeface="+mn-lt"/>
              </a:rPr>
              <a:t>Lorem</a:t>
            </a:r>
          </a:p>
          <a:p>
            <a:pPr algn="ctr"/>
            <a:r>
              <a:rPr sz="1400" b="0">
                <a:solidFill>
                  <a:schemeClr val="tx1"/>
                </a:solidFill>
                <a:latin typeface="+mn-lt"/>
              </a:rPr>
              <a:t>Lorem ipsum dolor</a:t>
            </a:r>
          </a:p>
        </p:txBody>
      </p:sp>
      <p:sp>
        <p:nvSpPr>
          <p:cNvPr id="8" name="Oval 7"/>
          <p:cNvSpPr/>
          <p:nvPr/>
        </p:nvSpPr>
        <p:spPr>
          <a:xfrm>
            <a:off x="2935224" y="3744468"/>
            <a:ext cx="237744" cy="237744"/>
          </a:xfrm>
          <a:prstGeom prst="ellipse">
            <a:avLst/>
          </a:prstGeom>
          <a:solidFill>
            <a:schemeClr val="accent1"/>
          </a:solidFill>
          <a:ln>
            <a:noFill/>
          </a:ln>
          <a:effectLst/>
        </p:spPr>
        <p:txBody>
          <a:bodyPr rtlCol="0" anchor="ctr"/>
          <a:lstStyle/>
          <a:p>
            <a:pPr algn="ctr"/>
          </a:p>
        </p:txBody>
      </p:sp>
      <p:sp>
        <p:nvSpPr>
          <p:cNvPr id="9" name="Rectangle 8"/>
          <p:cNvSpPr/>
          <p:nvPr/>
        </p:nvSpPr>
        <p:spPr>
          <a:xfrm>
            <a:off x="3328415" y="3206496"/>
            <a:ext cx="8040319" cy="1313687"/>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a:t>
            </a:r>
          </a:p>
        </p:txBody>
      </p:sp>
      <p:sp>
        <p:nvSpPr>
          <p:cNvPr id="10" name="Rectangle 9"/>
          <p:cNvSpPr/>
          <p:nvPr/>
        </p:nvSpPr>
        <p:spPr>
          <a:xfrm>
            <a:off x="822960" y="4721352"/>
            <a:ext cx="1920240" cy="1313687"/>
          </a:xfrm>
          <a:prstGeom prst="rect">
            <a:avLst/>
          </a:prstGeom>
          <a:solidFill>
            <a:schemeClr val="bg2"/>
          </a:solidFill>
          <a:ln>
            <a:noFill/>
          </a:ln>
          <a:effectLst/>
        </p:spPr>
        <p:txBody>
          <a:bodyPr rtlCol="0" anchor="ctr" wrap="square" lIns="164592" rIns="164592" tIns="109728" bIns="109728"/>
          <a:lstStyle/>
          <a:p>
            <a:pPr algn="ctr"/>
            <a:r>
              <a:rPr sz="1800" b="1">
                <a:solidFill>
                  <a:schemeClr val="tx1"/>
                </a:solidFill>
                <a:latin typeface="+mn-lt"/>
              </a:rPr>
              <a:t>Lorem</a:t>
            </a:r>
          </a:p>
          <a:p>
            <a:pPr algn="ctr"/>
            <a:r>
              <a:rPr sz="1400" b="0">
                <a:solidFill>
                  <a:schemeClr val="tx1"/>
                </a:solidFill>
                <a:latin typeface="+mn-lt"/>
              </a:rPr>
              <a:t>Lorem ipsum dolor</a:t>
            </a:r>
          </a:p>
        </p:txBody>
      </p:sp>
      <p:sp>
        <p:nvSpPr>
          <p:cNvPr id="11" name="Oval 10"/>
          <p:cNvSpPr/>
          <p:nvPr/>
        </p:nvSpPr>
        <p:spPr>
          <a:xfrm>
            <a:off x="2935224" y="5259323"/>
            <a:ext cx="237744" cy="237744"/>
          </a:xfrm>
          <a:prstGeom prst="ellipse">
            <a:avLst/>
          </a:prstGeom>
          <a:solidFill>
            <a:schemeClr val="accent1"/>
          </a:solidFill>
          <a:ln>
            <a:noFill/>
          </a:ln>
          <a:effectLst/>
        </p:spPr>
        <p:txBody>
          <a:bodyPr rtlCol="0" anchor="ctr"/>
          <a:lstStyle/>
          <a:p>
            <a:pPr algn="ctr"/>
          </a:p>
        </p:txBody>
      </p:sp>
      <p:sp>
        <p:nvSpPr>
          <p:cNvPr id="12" name="Rectangle 11"/>
          <p:cNvSpPr/>
          <p:nvPr/>
        </p:nvSpPr>
        <p:spPr>
          <a:xfrm>
            <a:off x="3328415" y="4721352"/>
            <a:ext cx="8040319" cy="1313687"/>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822960" y="1691640"/>
            <a:ext cx="10545775" cy="1051560"/>
          </a:xfrm>
          <a:prstGeom prst="rect">
            <a:avLst/>
          </a:prstGeom>
          <a:noFill/>
        </p:spPr>
        <p:txBody>
          <a:bodyPr wrap="square" anchor="t" lIns="0" rIns="0" tIns="0" bIns="0">
            <a:spAutoFit/>
          </a:bodyPr>
          <a:lstStyle/>
          <a:p>
            <a:pPr algn="l"/>
            <a:r>
              <a:rPr sz="2000" b="1">
                <a:solidFill>
                  <a:schemeClr val="tx1"/>
                </a:solidFill>
                <a:latin typeface="+mn-lt"/>
              </a:rPr>
              <a:t>Lorem ipsum dolor sit amet consectetur adipiscing elit sed do eiusmod tempor incididunt ut labore et dolore magna aliqua ut enim ad minim veniam quis nostrud</a:t>
            </a:r>
          </a:p>
        </p:txBody>
      </p:sp>
      <p:sp>
        <p:nvSpPr>
          <p:cNvPr id="4" name="TextBox 3"/>
          <p:cNvSpPr txBox="1"/>
          <p:nvPr/>
        </p:nvSpPr>
        <p:spPr>
          <a:xfrm>
            <a:off x="822960" y="2944368"/>
            <a:ext cx="5012283" cy="329184"/>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5" name="TextBox 4"/>
          <p:cNvSpPr txBox="1"/>
          <p:nvPr/>
        </p:nvSpPr>
        <p:spPr>
          <a:xfrm>
            <a:off x="822960" y="3346704"/>
            <a:ext cx="5012283" cy="2688336"/>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id="6" name="TextBox 5"/>
          <p:cNvSpPr txBox="1"/>
          <p:nvPr/>
        </p:nvSpPr>
        <p:spPr>
          <a:xfrm>
            <a:off x="6356451" y="2944368"/>
            <a:ext cx="5012283" cy="329184"/>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7" name="TextBox 6"/>
          <p:cNvSpPr txBox="1"/>
          <p:nvPr/>
        </p:nvSpPr>
        <p:spPr>
          <a:xfrm>
            <a:off x="6356451" y="3346704"/>
            <a:ext cx="5012283" cy="2688336"/>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a:t>
            </a:r>
          </a:p>
        </p:txBody>
      </p:sp>
      <p:sp>
        <p:nvSpPr>
          <p:cNvPr id="4" name="Rectangle 3"/>
          <p:cNvSpPr/>
          <p:nvPr/>
        </p:nvSpPr>
        <p:spPr>
          <a:xfrm>
            <a:off x="822960" y="2331720"/>
            <a:ext cx="2340864"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5" name="Rectangle 4"/>
          <p:cNvSpPr/>
          <p:nvPr/>
        </p:nvSpPr>
        <p:spPr>
          <a:xfrm>
            <a:off x="3200400" y="2331720"/>
            <a:ext cx="877824"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6" name="Rectangle 5"/>
          <p:cNvSpPr/>
          <p:nvPr/>
        </p:nvSpPr>
        <p:spPr>
          <a:xfrm>
            <a:off x="4114800" y="2331720"/>
            <a:ext cx="2066543"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7" name="Rectangle 6"/>
          <p:cNvSpPr/>
          <p:nvPr/>
        </p:nvSpPr>
        <p:spPr>
          <a:xfrm>
            <a:off x="6217920" y="2331720"/>
            <a:ext cx="2706624"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8" name="Rectangle 7"/>
          <p:cNvSpPr/>
          <p:nvPr/>
        </p:nvSpPr>
        <p:spPr>
          <a:xfrm>
            <a:off x="8961120" y="2331720"/>
            <a:ext cx="566928"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01</a:t>
            </a:r>
          </a:p>
        </p:txBody>
      </p:sp>
      <p:sp>
        <p:nvSpPr>
          <p:cNvPr id="9" name="Rectangle 8"/>
          <p:cNvSpPr/>
          <p:nvPr/>
        </p:nvSpPr>
        <p:spPr>
          <a:xfrm>
            <a:off x="9564624" y="2331720"/>
            <a:ext cx="566928"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02</a:t>
            </a:r>
          </a:p>
        </p:txBody>
      </p:sp>
      <p:sp>
        <p:nvSpPr>
          <p:cNvPr id="10" name="Rectangle 9"/>
          <p:cNvSpPr/>
          <p:nvPr/>
        </p:nvSpPr>
        <p:spPr>
          <a:xfrm>
            <a:off x="10168128" y="2331720"/>
            <a:ext cx="566928"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03</a:t>
            </a:r>
          </a:p>
        </p:txBody>
      </p:sp>
      <p:sp>
        <p:nvSpPr>
          <p:cNvPr id="11" name="Rectangle 10"/>
          <p:cNvSpPr/>
          <p:nvPr/>
        </p:nvSpPr>
        <p:spPr>
          <a:xfrm>
            <a:off x="10771632" y="2331720"/>
            <a:ext cx="557784" cy="50292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04</a:t>
            </a:r>
          </a:p>
        </p:txBody>
      </p:sp>
      <p:graphicFrame>
        <p:nvGraphicFramePr>
          <p:cNvPr id="12" name="Table 11"/>
          <p:cNvGraphicFramePr>
            <a:graphicFrameLocks noGrp="1"/>
          </p:cNvGraphicFramePr>
          <p:nvPr/>
        </p:nvGraphicFramePr>
        <p:xfrm>
          <a:off x="822960" y="2926079"/>
          <a:ext cx="10543032" cy="2487168"/>
        </p:xfrm>
        <a:graphic>
          <a:graphicData uri="http://schemas.openxmlformats.org/drawingml/2006/table">
            <a:tbl>
              <a:tblPr firstRow="0" bandRow="0">
                <a:tableStyleId>{2D5ABB26-0587-4C30-8999-92F81FD0307C}</a:tableStyleId>
              </a:tblPr>
              <a:tblGrid>
                <a:gridCol w="2377440"/>
                <a:gridCol w="914400"/>
                <a:gridCol w="2103120"/>
                <a:gridCol w="2743200"/>
                <a:gridCol w="603504"/>
                <a:gridCol w="603504"/>
                <a:gridCol w="603504"/>
                <a:gridCol w="594360"/>
              </a:tblGrid>
              <a:tr h="621792">
                <a:tc>
                  <a:txBody>
                    <a:bodyPr wrap="square" lIns="164592" rIns="164592" tIns="109728" bIns="109728"/>
                    <a:lstStyle/>
                    <a:p>
                      <a:pPr algn="l"/>
                      <a:r>
                        <a:rPr sz="1400" b="0">
                          <a:solidFill>
                            <a:schemeClr val="tx1"/>
                          </a:solidFill>
                          <a:latin typeface="+mn-lt"/>
                        </a:rPr>
                        <a:t>Lorem ipsum dolor sit amet consectetur</a:t>
                      </a:r>
                    </a:p>
                  </a:txBody>
                  <a:tcPr marL="164592" marR="164592" marT="54864" marB="54864" anchor="ctr">
                    <a:solidFill>
                      <a:schemeClr val="bg1"/>
                    </a:solidFill>
                  </a:tcPr>
                </a:tc>
                <a:tc>
                  <a:txBody>
                    <a:bodyPr/>
                    <a:lstStyle/>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Lorem ipsum dolor sit amet consectetur</a:t>
                      </a:r>
                    </a:p>
                  </a:txBody>
                  <a:tcPr marL="164592" marR="164592" marT="54864" marB="54864" anchor="ctr">
                    <a:solidFill>
                      <a:schemeClr val="bg1"/>
                    </a:solidFill>
                  </a:tcPr>
                </a:tc>
                <a:tc>
                  <a:txBody>
                    <a:bodyPr wrap="square" lIns="164592" rIns="164592" tIns="109728" bIns="109728"/>
                    <a:lstStyle/>
                    <a:p>
                      <a:pPr algn="l"/>
                      <a:r>
                        <a:rPr sz="1400" b="0">
                          <a:solidFill>
                            <a:schemeClr val="tx1"/>
                          </a:solidFill>
                          <a:latin typeface="+mn-lt"/>
                        </a:rPr>
                        <a:t>Lorem ipsum dolor sit amet consectetur adipiscing</a:t>
                      </a:r>
                    </a:p>
                  </a:txBody>
                  <a:tcPr marL="164592" marR="164592" marT="54864" marB="54864" anchor="ctr">
                    <a:solidFill>
                      <a:schemeClr val="bg1"/>
                    </a:solidFill>
                  </a:tcPr>
                </a:tc>
                <a:tc>
                  <a:txBody>
                    <a:bodyPr/>
                    <a:lstStyle/>
                    <a:p/>
                  </a:txBody>
                  <a:tcPr marL="164592" marR="164592" marT="54864" marB="54864" anchor="ctr">
                    <a:solidFill>
                      <a:schemeClr val="bg1"/>
                    </a:solidFill>
                  </a:tcPr>
                </a:tc>
                <a:tc>
                  <a:txBody>
                    <a:bodyPr/>
                    <a:lstStyle/>
                    <a:p/>
                  </a:txBody>
                  <a:tcPr marL="164592" marR="164592" marT="54864" marB="54864" anchor="ctr">
                    <a:solidFill>
                      <a:schemeClr val="bg1"/>
                    </a:solidFill>
                  </a:tcPr>
                </a:tc>
                <a:tc>
                  <a:txBody>
                    <a:bodyPr/>
                    <a:lstStyle/>
                    <a:p/>
                  </a:txBody>
                  <a:tcPr marL="164592" marR="164592" marT="54864" marB="54864" anchor="ctr">
                    <a:solidFill>
                      <a:schemeClr val="bg1"/>
                    </a:solidFill>
                  </a:tcPr>
                </a:tc>
                <a:tc>
                  <a:txBody>
                    <a:bodyPr/>
                    <a:lstStyle/>
                    <a:p/>
                  </a:txBody>
                  <a:tcPr marL="164592" marR="164592" marT="54864" marB="54864" anchor="ctr">
                    <a:solidFill>
                      <a:schemeClr val="bg1"/>
                    </a:solidFill>
                  </a:tcPr>
                </a:tc>
              </a:tr>
              <a:tr h="621792">
                <a:tc>
                  <a:txBody>
                    <a:bodyPr wrap="square" lIns="164592" rIns="164592" tIns="109728" bIns="109728"/>
                    <a:lstStyle/>
                    <a:p>
                      <a:pPr algn="l"/>
                      <a:r>
                        <a:rPr sz="1400" b="0">
                          <a:solidFill>
                            <a:schemeClr val="tx1"/>
                          </a:solidFill>
                          <a:latin typeface="+mn-lt"/>
                        </a:rPr>
                        <a:t>Lorem ipsum dolor sit amet consectetur</a:t>
                      </a:r>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Lorem ipsum dolor sit amet consectetur</a:t>
                      </a:r>
                    </a:p>
                  </a:txBody>
                  <a:tcPr marL="164592" marR="164592" marT="54864" marB="54864" anchor="ctr">
                    <a:solidFill>
                      <a:schemeClr val="bg2"/>
                    </a:solidFill>
                  </a:tcPr>
                </a:tc>
                <a:tc>
                  <a:txBody>
                    <a:bodyPr wrap="square" lIns="164592" rIns="164592" tIns="109728" bIns="109728"/>
                    <a:lstStyle/>
                    <a:p>
                      <a:pPr algn="l"/>
                      <a:r>
                        <a:rPr sz="1400" b="0">
                          <a:solidFill>
                            <a:schemeClr val="tx1"/>
                          </a:solidFill>
                          <a:latin typeface="+mn-lt"/>
                        </a:rPr>
                        <a:t>Lorem ipsum dolor sit amet consectetur adipiscing</a:t>
                      </a:r>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a:lstStyle/>
                    <a:p/>
                  </a:txBody>
                  <a:tcPr marL="164592" marR="164592" marT="54864" marB="54864" anchor="ctr">
                    <a:solidFill>
                      <a:schemeClr val="bg2"/>
                    </a:solidFill>
                  </a:tcPr>
                </a:tc>
              </a:tr>
              <a:tr h="621792">
                <a:tc>
                  <a:txBody>
                    <a:bodyPr wrap="square" lIns="164592" rIns="164592" tIns="109728" bIns="109728"/>
                    <a:lstStyle/>
                    <a:p>
                      <a:pPr algn="l"/>
                      <a:r>
                        <a:rPr sz="1400" b="0">
                          <a:solidFill>
                            <a:schemeClr val="tx1"/>
                          </a:solidFill>
                          <a:latin typeface="+mn-lt"/>
                        </a:rPr>
                        <a:t>Lorem ipsum dolor sit amet consectetur</a:t>
                      </a:r>
                    </a:p>
                  </a:txBody>
                  <a:tcPr marL="164592" marR="164592" marT="54864" marB="54864" anchor="ctr">
                    <a:solidFill>
                      <a:schemeClr val="bg1"/>
                    </a:solidFill>
                  </a:tcPr>
                </a:tc>
                <a:tc>
                  <a:txBody>
                    <a:bodyPr/>
                    <a:lstStyle/>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Lorem ipsum dolor sit amet consectetur</a:t>
                      </a:r>
                    </a:p>
                  </a:txBody>
                  <a:tcPr marL="164592" marR="164592" marT="54864" marB="54864" anchor="ctr">
                    <a:solidFill>
                      <a:schemeClr val="bg1"/>
                    </a:solidFill>
                  </a:tcPr>
                </a:tc>
                <a:tc>
                  <a:txBody>
                    <a:bodyPr wrap="square" lIns="164592" rIns="164592" tIns="109728" bIns="109728"/>
                    <a:lstStyle/>
                    <a:p>
                      <a:pPr algn="l"/>
                      <a:r>
                        <a:rPr sz="1400" b="0">
                          <a:solidFill>
                            <a:schemeClr val="tx1"/>
                          </a:solidFill>
                          <a:latin typeface="+mn-lt"/>
                        </a:rPr>
                        <a:t>Lorem ipsum dolor sit amet consectetur adipiscing</a:t>
                      </a:r>
                    </a:p>
                  </a:txBody>
                  <a:tcPr marL="164592" marR="164592" marT="54864" marB="54864" anchor="ctr">
                    <a:solidFill>
                      <a:schemeClr val="bg1"/>
                    </a:solidFill>
                  </a:tcPr>
                </a:tc>
                <a:tc>
                  <a:txBody>
                    <a:bodyPr/>
                    <a:lstStyle/>
                    <a:p/>
                  </a:txBody>
                  <a:tcPr marL="164592" marR="164592" marT="54864" marB="54864" anchor="ctr">
                    <a:solidFill>
                      <a:schemeClr val="bg1"/>
                    </a:solidFill>
                  </a:tcPr>
                </a:tc>
                <a:tc>
                  <a:txBody>
                    <a:bodyPr/>
                    <a:lstStyle/>
                    <a:p/>
                  </a:txBody>
                  <a:tcPr marL="164592" marR="164592" marT="54864" marB="54864" anchor="ctr">
                    <a:solidFill>
                      <a:schemeClr val="bg1"/>
                    </a:solidFill>
                  </a:tcPr>
                </a:tc>
                <a:tc>
                  <a:txBody>
                    <a:bodyPr/>
                    <a:lstStyle/>
                    <a:p/>
                  </a:txBody>
                  <a:tcPr marL="164592" marR="164592" marT="54864" marB="54864" anchor="ctr">
                    <a:solidFill>
                      <a:schemeClr val="bg1"/>
                    </a:solidFill>
                  </a:tcPr>
                </a:tc>
                <a:tc>
                  <a:txBody>
                    <a:bodyPr/>
                    <a:lstStyle/>
                    <a:p/>
                  </a:txBody>
                  <a:tcPr marL="164592" marR="164592" marT="54864" marB="54864" anchor="ctr">
                    <a:solidFill>
                      <a:schemeClr val="bg1"/>
                    </a:solidFill>
                  </a:tcPr>
                </a:tc>
              </a:tr>
              <a:tr h="621792">
                <a:tc>
                  <a:txBody>
                    <a:bodyPr wrap="square" lIns="164592" rIns="164592" tIns="109728" bIns="109728"/>
                    <a:lstStyle/>
                    <a:p>
                      <a:pPr algn="l"/>
                      <a:r>
                        <a:rPr sz="1400" b="0">
                          <a:solidFill>
                            <a:schemeClr val="tx1"/>
                          </a:solidFill>
                          <a:latin typeface="+mn-lt"/>
                        </a:rPr>
                        <a:t>Lorem ipsum dolor sit amet consectetur</a:t>
                      </a:r>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Lorem ipsum dolor sit amet consectetur</a:t>
                      </a:r>
                    </a:p>
                  </a:txBody>
                  <a:tcPr marL="164592" marR="164592" marT="54864" marB="54864" anchor="ctr">
                    <a:solidFill>
                      <a:schemeClr val="bg2"/>
                    </a:solidFill>
                  </a:tcPr>
                </a:tc>
                <a:tc>
                  <a:txBody>
                    <a:bodyPr wrap="square" lIns="164592" rIns="164592" tIns="109728" bIns="109728"/>
                    <a:lstStyle/>
                    <a:p>
                      <a:pPr algn="l"/>
                      <a:r>
                        <a:rPr sz="1400" b="0">
                          <a:solidFill>
                            <a:schemeClr val="tx1"/>
                          </a:solidFill>
                          <a:latin typeface="+mn-lt"/>
                        </a:rPr>
                        <a:t>Lorem ipsum dolor sit amet consectetur adipiscing</a:t>
                      </a:r>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a:lstStyle/>
                    <a:p/>
                  </a:txBody>
                  <a:tcPr marL="164592" marR="164592" marT="54864" marB="54864" anchor="ctr">
                    <a:solidFill>
                      <a:schemeClr val="bg2"/>
                    </a:solidFill>
                  </a:tcPr>
                </a:tc>
                <a:tc>
                  <a:txBody>
                    <a:bodyPr/>
                    <a:lstStyle/>
                    <a:p/>
                  </a:txBody>
                  <a:tcPr marL="164592" marR="164592" marT="54864" marB="54864" anchor="ctr">
                    <a:solidFill>
                      <a:schemeClr val="bg2"/>
                    </a:solidFill>
                  </a:tcPr>
                </a:tc>
              </a:tr>
            </a:tbl>
          </a:graphicData>
        </a:graphic>
      </p:graphicFrame>
      <p:sp>
        <p:nvSpPr>
          <p:cNvPr id="13" name="Oval 12"/>
          <p:cNvSpPr/>
          <p:nvPr/>
        </p:nvSpPr>
        <p:spPr>
          <a:xfrm>
            <a:off x="3547872" y="3127247"/>
            <a:ext cx="219456" cy="219456"/>
          </a:xfrm>
          <a:prstGeom prst="ellipse">
            <a:avLst/>
          </a:prstGeom>
          <a:solidFill>
            <a:schemeClr val="accent4"/>
          </a:solidFill>
          <a:ln>
            <a:noFill/>
          </a:ln>
          <a:effectLst/>
        </p:spPr>
        <p:txBody>
          <a:bodyPr rtlCol="0" anchor="ctr"/>
          <a:lstStyle/>
          <a:p>
            <a:pPr algn="ctr"/>
          </a:p>
        </p:txBody>
      </p:sp>
      <p:sp>
        <p:nvSpPr>
          <p:cNvPr id="14" name="Rectangle 13"/>
          <p:cNvSpPr/>
          <p:nvPr/>
        </p:nvSpPr>
        <p:spPr>
          <a:xfrm>
            <a:off x="9015984" y="3118103"/>
            <a:ext cx="2295144" cy="237744"/>
          </a:xfrm>
          <a:prstGeom prst="rect">
            <a:avLst/>
          </a:prstGeom>
          <a:solidFill>
            <a:schemeClr val="accent4"/>
          </a:solidFill>
          <a:ln>
            <a:noFill/>
          </a:ln>
          <a:effectLst/>
        </p:spPr>
        <p:txBody>
          <a:bodyPr rtlCol="0" anchor="ctr"/>
          <a:lstStyle/>
          <a:p>
            <a:pPr algn="ctr"/>
          </a:p>
        </p:txBody>
      </p:sp>
      <p:sp>
        <p:nvSpPr>
          <p:cNvPr id="15" name="Oval 14"/>
          <p:cNvSpPr/>
          <p:nvPr/>
        </p:nvSpPr>
        <p:spPr>
          <a:xfrm>
            <a:off x="3547872" y="3749039"/>
            <a:ext cx="219456" cy="219456"/>
          </a:xfrm>
          <a:prstGeom prst="ellipse">
            <a:avLst/>
          </a:prstGeom>
          <a:solidFill>
            <a:schemeClr val="accent2"/>
          </a:solidFill>
          <a:ln>
            <a:noFill/>
          </a:ln>
          <a:effectLst/>
        </p:spPr>
        <p:txBody>
          <a:bodyPr rtlCol="0" anchor="ctr"/>
          <a:lstStyle/>
          <a:p>
            <a:pPr algn="ctr"/>
          </a:p>
        </p:txBody>
      </p:sp>
      <p:sp>
        <p:nvSpPr>
          <p:cNvPr id="16" name="Rectangle 15"/>
          <p:cNvSpPr/>
          <p:nvPr/>
        </p:nvSpPr>
        <p:spPr>
          <a:xfrm>
            <a:off x="9015984" y="3739896"/>
            <a:ext cx="1652503" cy="237744"/>
          </a:xfrm>
          <a:prstGeom prst="rect">
            <a:avLst/>
          </a:prstGeom>
          <a:solidFill>
            <a:schemeClr val="accent2"/>
          </a:solidFill>
          <a:ln>
            <a:noFill/>
          </a:ln>
          <a:effectLst/>
        </p:spPr>
        <p:txBody>
          <a:bodyPr rtlCol="0" anchor="ctr"/>
          <a:lstStyle/>
          <a:p>
            <a:pPr algn="ctr"/>
          </a:p>
        </p:txBody>
      </p:sp>
      <p:sp>
        <p:nvSpPr>
          <p:cNvPr id="17" name="Oval 16"/>
          <p:cNvSpPr/>
          <p:nvPr/>
        </p:nvSpPr>
        <p:spPr>
          <a:xfrm>
            <a:off x="3547872" y="4370831"/>
            <a:ext cx="219456" cy="219456"/>
          </a:xfrm>
          <a:prstGeom prst="ellipse">
            <a:avLst/>
          </a:prstGeom>
          <a:solidFill>
            <a:schemeClr val="accent6"/>
          </a:solidFill>
          <a:ln>
            <a:noFill/>
          </a:ln>
          <a:effectLst/>
        </p:spPr>
        <p:txBody>
          <a:bodyPr rtlCol="0" anchor="ctr"/>
          <a:lstStyle/>
          <a:p>
            <a:pPr algn="ctr"/>
          </a:p>
        </p:txBody>
      </p:sp>
      <p:sp>
        <p:nvSpPr>
          <p:cNvPr id="18" name="Rectangle 17"/>
          <p:cNvSpPr/>
          <p:nvPr/>
        </p:nvSpPr>
        <p:spPr>
          <a:xfrm>
            <a:off x="9015984" y="4361688"/>
            <a:ext cx="413125" cy="237744"/>
          </a:xfrm>
          <a:prstGeom prst="rect">
            <a:avLst/>
          </a:prstGeom>
          <a:solidFill>
            <a:schemeClr val="accent6"/>
          </a:solidFill>
          <a:ln>
            <a:noFill/>
          </a:ln>
          <a:effectLst/>
        </p:spPr>
        <p:txBody>
          <a:bodyPr rtlCol="0" anchor="ctr"/>
          <a:lstStyle/>
          <a:p>
            <a:pPr algn="ctr"/>
          </a:p>
        </p:txBody>
      </p:sp>
      <p:sp>
        <p:nvSpPr>
          <p:cNvPr id="19" name="Oval 18"/>
          <p:cNvSpPr/>
          <p:nvPr/>
        </p:nvSpPr>
        <p:spPr>
          <a:xfrm>
            <a:off x="3547872" y="4992624"/>
            <a:ext cx="219456" cy="219456"/>
          </a:xfrm>
          <a:prstGeom prst="ellipse">
            <a:avLst/>
          </a:prstGeom>
          <a:solidFill>
            <a:schemeClr val="accent4"/>
          </a:solidFill>
          <a:ln>
            <a:noFill/>
          </a:ln>
          <a:effectLst/>
        </p:spPr>
        <p:txBody>
          <a:bodyPr rtlCol="0" anchor="ctr"/>
          <a:lstStyle/>
          <a:p>
            <a:pPr algn="ctr"/>
          </a:p>
        </p:txBody>
      </p:sp>
      <p:sp>
        <p:nvSpPr>
          <p:cNvPr id="20" name="Rectangle 19"/>
          <p:cNvSpPr/>
          <p:nvPr/>
        </p:nvSpPr>
        <p:spPr>
          <a:xfrm>
            <a:off x="9015984" y="4983480"/>
            <a:ext cx="2180386" cy="237744"/>
          </a:xfrm>
          <a:prstGeom prst="rect">
            <a:avLst/>
          </a:prstGeom>
          <a:solidFill>
            <a:schemeClr val="accent4"/>
          </a:solidFill>
          <a:ln>
            <a:noFill/>
          </a:ln>
          <a:effectLst/>
        </p:spPr>
        <p:txBody>
          <a:bodyPr rtlCol="0" anchor="ctr"/>
          <a:lstStyle/>
          <a:p>
            <a:pPr algn="ctr"/>
          </a:p>
        </p:txBody>
      </p:sp>
      <p:sp>
        <p:nvSpPr>
          <p:cNvPr id="21" name="Rectangle 20"/>
          <p:cNvSpPr/>
          <p:nvPr/>
        </p:nvSpPr>
        <p:spPr>
          <a:xfrm>
            <a:off x="9564624" y="2926079"/>
            <a:ext cx="9144" cy="2487168"/>
          </a:xfrm>
          <a:prstGeom prst="rect">
            <a:avLst/>
          </a:prstGeom>
          <a:solidFill>
            <a:schemeClr val="accent5"/>
          </a:solidFill>
          <a:ln>
            <a:noFill/>
          </a:ln>
          <a:effectLst/>
        </p:spPr>
        <p:txBody>
          <a:bodyPr rtlCol="0" anchor="ctr"/>
          <a:lstStyle/>
          <a:p>
            <a:pPr algn="ctr"/>
          </a:p>
        </p:txBody>
      </p:sp>
      <p:sp>
        <p:nvSpPr>
          <p:cNvPr id="22" name="Rectangle 21"/>
          <p:cNvSpPr/>
          <p:nvPr/>
        </p:nvSpPr>
        <p:spPr>
          <a:xfrm>
            <a:off x="10168128" y="2926079"/>
            <a:ext cx="9144" cy="2487168"/>
          </a:xfrm>
          <a:prstGeom prst="rect">
            <a:avLst/>
          </a:prstGeom>
          <a:solidFill>
            <a:schemeClr val="accent5"/>
          </a:solidFill>
          <a:ln>
            <a:noFill/>
          </a:ln>
          <a:effectLst/>
        </p:spPr>
        <p:txBody>
          <a:bodyPr rtlCol="0" anchor="ctr"/>
          <a:lstStyle/>
          <a:p>
            <a:pPr algn="ctr"/>
          </a:p>
        </p:txBody>
      </p:sp>
      <p:sp>
        <p:nvSpPr>
          <p:cNvPr id="23" name="Rectangle 22"/>
          <p:cNvSpPr/>
          <p:nvPr/>
        </p:nvSpPr>
        <p:spPr>
          <a:xfrm>
            <a:off x="10771632" y="2926079"/>
            <a:ext cx="9144" cy="2487168"/>
          </a:xfrm>
          <a:prstGeom prst="rect">
            <a:avLst/>
          </a:prstGeom>
          <a:solidFill>
            <a:schemeClr val="accent5"/>
          </a:solidFill>
          <a:ln>
            <a:noFill/>
          </a:ln>
          <a:effectLst/>
        </p:spPr>
        <p:txBody>
          <a:bodyPr rtlCol="0" anchor="ctr"/>
          <a:lstStyle/>
          <a:p>
            <a:pPr algn="ctr"/>
          </a:p>
        </p:txBody>
      </p:sp>
      <p:sp>
        <p:nvSpPr>
          <p:cNvPr id="24" name="Oval 23"/>
          <p:cNvSpPr/>
          <p:nvPr/>
        </p:nvSpPr>
        <p:spPr>
          <a:xfrm>
            <a:off x="7391095" y="5641847"/>
            <a:ext cx="201168" cy="201168"/>
          </a:xfrm>
          <a:prstGeom prst="ellipse">
            <a:avLst/>
          </a:prstGeom>
          <a:solidFill>
            <a:schemeClr val="accent4"/>
          </a:solidFill>
          <a:ln>
            <a:noFill/>
          </a:ln>
          <a:effectLst/>
        </p:spPr>
        <p:txBody>
          <a:bodyPr rtlCol="0" anchor="ctr"/>
          <a:lstStyle/>
          <a:p>
            <a:pPr algn="ctr"/>
          </a:p>
        </p:txBody>
      </p:sp>
      <p:sp>
        <p:nvSpPr>
          <p:cNvPr id="25" name="TextBox 24"/>
          <p:cNvSpPr txBox="1"/>
          <p:nvPr/>
        </p:nvSpPr>
        <p:spPr>
          <a:xfrm>
            <a:off x="7683703" y="5577840"/>
            <a:ext cx="960120" cy="310896"/>
          </a:xfrm>
          <a:prstGeom prst="rect">
            <a:avLst/>
          </a:prstGeom>
          <a:noFill/>
        </p:spPr>
        <p:txBody>
          <a:bodyPr wrap="square" anchor="ctr" lIns="0" rIns="0" tIns="0" bIns="0">
            <a:spAutoFit/>
          </a:bodyPr>
          <a:lstStyle/>
          <a:p>
            <a:pPr algn="l"/>
            <a:r>
              <a:rPr sz="1400" b="0">
                <a:solidFill>
                  <a:schemeClr val="tx1"/>
                </a:solidFill>
                <a:latin typeface="+mn-lt"/>
              </a:rPr>
              <a:t>Lorem</a:t>
            </a:r>
          </a:p>
        </p:txBody>
      </p:sp>
      <p:sp>
        <p:nvSpPr>
          <p:cNvPr id="26" name="Oval 25"/>
          <p:cNvSpPr/>
          <p:nvPr/>
        </p:nvSpPr>
        <p:spPr>
          <a:xfrm>
            <a:off x="8716975" y="5641847"/>
            <a:ext cx="201168" cy="201168"/>
          </a:xfrm>
          <a:prstGeom prst="ellipse">
            <a:avLst/>
          </a:prstGeom>
          <a:solidFill>
            <a:schemeClr val="accent2"/>
          </a:solidFill>
          <a:ln>
            <a:noFill/>
          </a:ln>
          <a:effectLst/>
        </p:spPr>
        <p:txBody>
          <a:bodyPr rtlCol="0" anchor="ctr"/>
          <a:lstStyle/>
          <a:p>
            <a:pPr algn="ctr"/>
          </a:p>
        </p:txBody>
      </p:sp>
      <p:sp>
        <p:nvSpPr>
          <p:cNvPr id="27" name="TextBox 26"/>
          <p:cNvSpPr txBox="1"/>
          <p:nvPr/>
        </p:nvSpPr>
        <p:spPr>
          <a:xfrm>
            <a:off x="9009583" y="5577840"/>
            <a:ext cx="960120" cy="310896"/>
          </a:xfrm>
          <a:prstGeom prst="rect">
            <a:avLst/>
          </a:prstGeom>
          <a:noFill/>
        </p:spPr>
        <p:txBody>
          <a:bodyPr wrap="square" anchor="ctr" lIns="0" rIns="0" tIns="0" bIns="0">
            <a:spAutoFit/>
          </a:bodyPr>
          <a:lstStyle/>
          <a:p>
            <a:pPr algn="l"/>
            <a:r>
              <a:rPr sz="1400" b="0">
                <a:solidFill>
                  <a:schemeClr val="tx1"/>
                </a:solidFill>
                <a:latin typeface="+mn-lt"/>
              </a:rPr>
              <a:t>Lorem</a:t>
            </a:r>
          </a:p>
        </p:txBody>
      </p:sp>
      <p:sp>
        <p:nvSpPr>
          <p:cNvPr id="28" name="Oval 27"/>
          <p:cNvSpPr/>
          <p:nvPr/>
        </p:nvSpPr>
        <p:spPr>
          <a:xfrm>
            <a:off x="10042855" y="5641847"/>
            <a:ext cx="201168" cy="201168"/>
          </a:xfrm>
          <a:prstGeom prst="ellipse">
            <a:avLst/>
          </a:prstGeom>
          <a:solidFill>
            <a:schemeClr val="accent6"/>
          </a:solidFill>
          <a:ln>
            <a:noFill/>
          </a:ln>
          <a:effectLst/>
        </p:spPr>
        <p:txBody>
          <a:bodyPr rtlCol="0" anchor="ctr"/>
          <a:lstStyle/>
          <a:p>
            <a:pPr algn="ctr"/>
          </a:p>
        </p:txBody>
      </p:sp>
      <p:sp>
        <p:nvSpPr>
          <p:cNvPr id="29" name="TextBox 28"/>
          <p:cNvSpPr txBox="1"/>
          <p:nvPr/>
        </p:nvSpPr>
        <p:spPr>
          <a:xfrm>
            <a:off x="10335463" y="5577840"/>
            <a:ext cx="960120" cy="310896"/>
          </a:xfrm>
          <a:prstGeom prst="rect">
            <a:avLst/>
          </a:prstGeom>
          <a:noFill/>
        </p:spPr>
        <p:txBody>
          <a:bodyPr wrap="square" anchor="ctr" lIns="0" rIns="0" tIns="0" bIns="0">
            <a:spAutoFit/>
          </a:bodyPr>
          <a:lstStyle/>
          <a:p>
            <a:pPr algn="l"/>
            <a:r>
              <a:rPr sz="1400" b="0">
                <a:solidFill>
                  <a:schemeClr val="tx1"/>
                </a:solidFill>
                <a:latin typeface="+mn-lt"/>
              </a:rPr>
              <a:t>Lorem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graphicFrame>
        <p:nvGraphicFramePr>
          <p:cNvPr id="3" name="Chart 2"/>
          <p:cNvGraphicFramePr>
            <a:graphicFrameLocks noGrp="1"/>
          </p:cNvGraphicFramePr>
          <p:nvPr/>
        </p:nvGraphicFramePr>
        <p:xfrm>
          <a:off x="4361688" y="1691640"/>
          <a:ext cx="3468319" cy="4343400"/>
        </p:xfrm>
        <a:graphic>
          <a:graphicData uri="http://schemas.openxmlformats.org/drawingml/2006/chart">
            <c:chart xmlns:c="http://schemas.openxmlformats.org/drawingml/2006/chart" r:id="rId2"/>
          </a:graphicData>
        </a:graphic>
      </p:graphicFrame>
      <p:sp>
        <p:nvSpPr>
          <p:cNvPr id="4" name="Rectangle 3"/>
          <p:cNvSpPr/>
          <p:nvPr/>
        </p:nvSpPr>
        <p:spPr>
          <a:xfrm>
            <a:off x="822960" y="1691640"/>
            <a:ext cx="3246120" cy="2071116"/>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a:t>
            </a:r>
          </a:p>
        </p:txBody>
      </p:sp>
      <p:sp>
        <p:nvSpPr>
          <p:cNvPr id="5" name="Rectangle 4"/>
          <p:cNvSpPr/>
          <p:nvPr/>
        </p:nvSpPr>
        <p:spPr>
          <a:xfrm>
            <a:off x="4069080" y="2727198"/>
            <a:ext cx="292608" cy="27432"/>
          </a:xfrm>
          <a:prstGeom prst="rect">
            <a:avLst/>
          </a:prstGeom>
          <a:solidFill>
            <a:schemeClr val="accent4"/>
          </a:solidFill>
          <a:ln>
            <a:noFill/>
          </a:ln>
          <a:effectLst/>
        </p:spPr>
        <p:txBody>
          <a:bodyPr rtlCol="0" anchor="ctr"/>
          <a:lstStyle/>
          <a:p>
            <a:pPr algn="ctr"/>
          </a:p>
        </p:txBody>
      </p:sp>
      <p:sp>
        <p:nvSpPr>
          <p:cNvPr id="6" name="Rectangle 5"/>
          <p:cNvSpPr/>
          <p:nvPr/>
        </p:nvSpPr>
        <p:spPr>
          <a:xfrm>
            <a:off x="822960" y="3963924"/>
            <a:ext cx="3246120" cy="2071116"/>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a:t>
            </a:r>
          </a:p>
        </p:txBody>
      </p:sp>
      <p:sp>
        <p:nvSpPr>
          <p:cNvPr id="7" name="Rectangle 6"/>
          <p:cNvSpPr/>
          <p:nvPr/>
        </p:nvSpPr>
        <p:spPr>
          <a:xfrm>
            <a:off x="4069080" y="4999482"/>
            <a:ext cx="292608" cy="27432"/>
          </a:xfrm>
          <a:prstGeom prst="rect">
            <a:avLst/>
          </a:prstGeom>
          <a:solidFill>
            <a:schemeClr val="accent4"/>
          </a:solidFill>
          <a:ln>
            <a:noFill/>
          </a:ln>
          <a:effectLst/>
        </p:spPr>
        <p:txBody>
          <a:bodyPr rtlCol="0" anchor="ctr"/>
          <a:lstStyle/>
          <a:p>
            <a:pPr algn="ctr"/>
          </a:p>
        </p:txBody>
      </p:sp>
      <p:sp>
        <p:nvSpPr>
          <p:cNvPr id="8" name="Rectangle 7"/>
          <p:cNvSpPr/>
          <p:nvPr/>
        </p:nvSpPr>
        <p:spPr>
          <a:xfrm>
            <a:off x="8122615" y="1691640"/>
            <a:ext cx="3246120" cy="2071116"/>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a:t>
            </a:r>
          </a:p>
        </p:txBody>
      </p:sp>
      <p:sp>
        <p:nvSpPr>
          <p:cNvPr id="9" name="Rectangle 8"/>
          <p:cNvSpPr/>
          <p:nvPr/>
        </p:nvSpPr>
        <p:spPr>
          <a:xfrm>
            <a:off x="7830007" y="2727198"/>
            <a:ext cx="292608" cy="27432"/>
          </a:xfrm>
          <a:prstGeom prst="rect">
            <a:avLst/>
          </a:prstGeom>
          <a:solidFill>
            <a:schemeClr val="accent4"/>
          </a:solidFill>
          <a:ln>
            <a:noFill/>
          </a:ln>
          <a:effectLst/>
        </p:spPr>
        <p:txBody>
          <a:bodyPr rtlCol="0" anchor="ctr"/>
          <a:lstStyle/>
          <a:p>
            <a:pPr algn="ctr"/>
          </a:p>
        </p:txBody>
      </p:sp>
      <p:sp>
        <p:nvSpPr>
          <p:cNvPr id="10" name="Rectangle 9"/>
          <p:cNvSpPr/>
          <p:nvPr/>
        </p:nvSpPr>
        <p:spPr>
          <a:xfrm>
            <a:off x="8122615" y="3963924"/>
            <a:ext cx="3246120" cy="2071116"/>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a:t>
            </a:r>
          </a:p>
        </p:txBody>
      </p:sp>
      <p:sp>
        <p:nvSpPr>
          <p:cNvPr id="11" name="Rectangle 10"/>
          <p:cNvSpPr/>
          <p:nvPr/>
        </p:nvSpPr>
        <p:spPr>
          <a:xfrm>
            <a:off x="7830007" y="4999482"/>
            <a:ext cx="292608" cy="27432"/>
          </a:xfrm>
          <a:prstGeom prst="rect">
            <a:avLst/>
          </a:prstGeom>
          <a:solidFill>
            <a:schemeClr val="accent4"/>
          </a:solidFill>
          <a:ln>
            <a:noFill/>
          </a:ln>
          <a:effectLst/>
        </p:spPr>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graphicFrame>
        <p:nvGraphicFramePr>
          <p:cNvPr id="3" name="Chart 2"/>
          <p:cNvGraphicFramePr>
            <a:graphicFrameLocks noGrp="1"/>
          </p:cNvGraphicFramePr>
          <p:nvPr/>
        </p:nvGraphicFramePr>
        <p:xfrm>
          <a:off x="822960" y="1691640"/>
          <a:ext cx="7007047" cy="4343400"/>
        </p:xfrm>
        <a:graphic>
          <a:graphicData uri="http://schemas.openxmlformats.org/drawingml/2006/chart">
            <c:chart xmlns:c="http://schemas.openxmlformats.org/drawingml/2006/chart" r:id="rId2"/>
          </a:graphicData>
        </a:graphic>
      </p:graphicFrame>
      <p:sp>
        <p:nvSpPr>
          <p:cNvPr id="4" name="Rectangle 3"/>
          <p:cNvSpPr/>
          <p:nvPr/>
        </p:nvSpPr>
        <p:spPr>
          <a:xfrm>
            <a:off x="8122615" y="1691640"/>
            <a:ext cx="3246120" cy="1313687"/>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
        <p:nvSpPr>
          <p:cNvPr id="5" name="Rectangle 4"/>
          <p:cNvSpPr/>
          <p:nvPr/>
        </p:nvSpPr>
        <p:spPr>
          <a:xfrm>
            <a:off x="8122615" y="3206496"/>
            <a:ext cx="3246120" cy="1313687"/>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
        <p:nvSpPr>
          <p:cNvPr id="6" name="Rectangle 5"/>
          <p:cNvSpPr/>
          <p:nvPr/>
        </p:nvSpPr>
        <p:spPr>
          <a:xfrm>
            <a:off x="8122615" y="4721352"/>
            <a:ext cx="3246120" cy="1313687"/>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a:t>
            </a:r>
          </a:p>
        </p:txBody>
      </p:sp>
      <p:sp>
        <p:nvSpPr>
          <p:cNvPr id="4" name="Rectangle 3"/>
          <p:cNvSpPr/>
          <p:nvPr/>
        </p:nvSpPr>
        <p:spPr>
          <a:xfrm>
            <a:off x="822960" y="2331720"/>
            <a:ext cx="4989423" cy="2203703"/>
          </a:xfrm>
          <a:prstGeom prst="rect">
            <a:avLst/>
          </a:prstGeom>
          <a:solidFill>
            <a:schemeClr val="bg2"/>
          </a:solidFill>
          <a:ln>
            <a:noFill/>
          </a:ln>
          <a:effectLst/>
        </p:spPr>
        <p:txBody>
          <a:bodyPr rtlCol="0" anchor="ctr"/>
          <a:lstStyle/>
          <a:p>
            <a:pPr algn="ctr"/>
          </a:p>
        </p:txBody>
      </p:sp>
      <p:sp>
        <p:nvSpPr>
          <p:cNvPr id="5" name="TextBox 4"/>
          <p:cNvSpPr txBox="1"/>
          <p:nvPr/>
        </p:nvSpPr>
        <p:spPr>
          <a:xfrm>
            <a:off x="822960" y="2441448"/>
            <a:ext cx="4989423"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6" name="Oval 5"/>
          <p:cNvSpPr/>
          <p:nvPr/>
        </p:nvSpPr>
        <p:spPr>
          <a:xfrm>
            <a:off x="1386306" y="3214573"/>
            <a:ext cx="658368" cy="658368"/>
          </a:xfrm>
          <a:prstGeom prst="ellipse">
            <a:avLst/>
          </a:prstGeom>
          <a:solidFill>
            <a:schemeClr val="accent3"/>
          </a:solidFill>
          <a:ln>
            <a:noFill/>
          </a:ln>
          <a:effectLst/>
        </p:spPr>
        <p:txBody>
          <a:bodyPr rtlCol="0" anchor="ctr"/>
          <a:lstStyle/>
          <a:p>
            <a:pPr algn="ctr"/>
          </a:p>
        </p:txBody>
      </p:sp>
      <p:sp>
        <p:nvSpPr>
          <p:cNvPr id="7" name="TextBox 6"/>
          <p:cNvSpPr txBox="1"/>
          <p:nvPr/>
        </p:nvSpPr>
        <p:spPr>
          <a:xfrm>
            <a:off x="987552" y="3964381"/>
            <a:ext cx="1455877" cy="457200"/>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8" name="Right Arrow 7"/>
          <p:cNvSpPr/>
          <p:nvPr/>
        </p:nvSpPr>
        <p:spPr>
          <a:xfrm>
            <a:off x="2461717" y="3461461"/>
            <a:ext cx="109728" cy="164592"/>
          </a:xfrm>
          <a:prstGeom prst="rightArrow">
            <a:avLst/>
          </a:prstGeom>
          <a:solidFill>
            <a:schemeClr val="accent4"/>
          </a:solidFill>
          <a:ln>
            <a:noFill/>
          </a:ln>
          <a:effectLst/>
        </p:spPr>
        <p:txBody>
          <a:bodyPr rtlCol="0" anchor="ctr"/>
          <a:lstStyle/>
          <a:p>
            <a:pPr algn="ctr"/>
          </a:p>
        </p:txBody>
      </p:sp>
      <p:sp>
        <p:nvSpPr>
          <p:cNvPr id="9" name="Oval 8"/>
          <p:cNvSpPr/>
          <p:nvPr/>
        </p:nvSpPr>
        <p:spPr>
          <a:xfrm>
            <a:off x="2988487" y="3214573"/>
            <a:ext cx="658368" cy="658368"/>
          </a:xfrm>
          <a:prstGeom prst="ellipse">
            <a:avLst/>
          </a:prstGeom>
          <a:solidFill>
            <a:schemeClr val="accent3"/>
          </a:solidFill>
          <a:ln>
            <a:noFill/>
          </a:ln>
          <a:effectLst/>
        </p:spPr>
        <p:txBody>
          <a:bodyPr rtlCol="0" anchor="ctr"/>
          <a:lstStyle/>
          <a:p>
            <a:pPr algn="ctr"/>
          </a:p>
        </p:txBody>
      </p:sp>
      <p:sp>
        <p:nvSpPr>
          <p:cNvPr id="10" name="TextBox 9"/>
          <p:cNvSpPr txBox="1"/>
          <p:nvPr/>
        </p:nvSpPr>
        <p:spPr>
          <a:xfrm>
            <a:off x="2589733" y="3964381"/>
            <a:ext cx="1455877" cy="457200"/>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11" name="Right Arrow 10"/>
          <p:cNvSpPr/>
          <p:nvPr/>
        </p:nvSpPr>
        <p:spPr>
          <a:xfrm>
            <a:off x="4063898" y="3461461"/>
            <a:ext cx="109728" cy="164592"/>
          </a:xfrm>
          <a:prstGeom prst="rightArrow">
            <a:avLst/>
          </a:prstGeom>
          <a:solidFill>
            <a:schemeClr val="accent4"/>
          </a:solidFill>
          <a:ln>
            <a:noFill/>
          </a:ln>
          <a:effectLst/>
        </p:spPr>
        <p:txBody>
          <a:bodyPr rtlCol="0" anchor="ctr"/>
          <a:lstStyle/>
          <a:p>
            <a:pPr algn="ctr"/>
          </a:p>
        </p:txBody>
      </p:sp>
      <p:sp>
        <p:nvSpPr>
          <p:cNvPr id="12" name="Oval 11"/>
          <p:cNvSpPr/>
          <p:nvPr/>
        </p:nvSpPr>
        <p:spPr>
          <a:xfrm>
            <a:off x="4590668" y="3214573"/>
            <a:ext cx="658368" cy="658368"/>
          </a:xfrm>
          <a:prstGeom prst="ellipse">
            <a:avLst/>
          </a:prstGeom>
          <a:solidFill>
            <a:schemeClr val="accent3"/>
          </a:solidFill>
          <a:ln>
            <a:noFill/>
          </a:ln>
          <a:effectLst/>
        </p:spPr>
        <p:txBody>
          <a:bodyPr rtlCol="0" anchor="ctr"/>
          <a:lstStyle/>
          <a:p>
            <a:pPr algn="ctr"/>
          </a:p>
        </p:txBody>
      </p:sp>
      <p:sp>
        <p:nvSpPr>
          <p:cNvPr id="13" name="TextBox 12"/>
          <p:cNvSpPr txBox="1"/>
          <p:nvPr/>
        </p:nvSpPr>
        <p:spPr>
          <a:xfrm>
            <a:off x="4191914" y="3964381"/>
            <a:ext cx="1455877" cy="457200"/>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14" name="Rectangle 13"/>
          <p:cNvSpPr/>
          <p:nvPr/>
        </p:nvSpPr>
        <p:spPr>
          <a:xfrm>
            <a:off x="6379311" y="2331720"/>
            <a:ext cx="4989423" cy="2203703"/>
          </a:xfrm>
          <a:prstGeom prst="rect">
            <a:avLst/>
          </a:prstGeom>
          <a:solidFill>
            <a:schemeClr val="bg2"/>
          </a:solidFill>
          <a:ln>
            <a:noFill/>
          </a:ln>
          <a:effectLst/>
        </p:spPr>
        <p:txBody>
          <a:bodyPr rtlCol="0" anchor="ctr"/>
          <a:lstStyle/>
          <a:p>
            <a:pPr algn="ctr"/>
          </a:p>
        </p:txBody>
      </p:sp>
      <p:sp>
        <p:nvSpPr>
          <p:cNvPr id="15" name="TextBox 14"/>
          <p:cNvSpPr txBox="1"/>
          <p:nvPr/>
        </p:nvSpPr>
        <p:spPr>
          <a:xfrm>
            <a:off x="6379311" y="2441448"/>
            <a:ext cx="4989423" cy="310896"/>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16" name="Oval 15"/>
          <p:cNvSpPr/>
          <p:nvPr/>
        </p:nvSpPr>
        <p:spPr>
          <a:xfrm>
            <a:off x="6942658" y="3214573"/>
            <a:ext cx="658368" cy="658368"/>
          </a:xfrm>
          <a:prstGeom prst="ellipse">
            <a:avLst/>
          </a:prstGeom>
          <a:solidFill>
            <a:schemeClr val="accent3"/>
          </a:solidFill>
          <a:ln>
            <a:noFill/>
          </a:ln>
          <a:effectLst/>
        </p:spPr>
        <p:txBody>
          <a:bodyPr rtlCol="0" anchor="ctr"/>
          <a:lstStyle/>
          <a:p>
            <a:pPr algn="ctr"/>
          </a:p>
        </p:txBody>
      </p:sp>
      <p:sp>
        <p:nvSpPr>
          <p:cNvPr id="17" name="TextBox 16"/>
          <p:cNvSpPr txBox="1"/>
          <p:nvPr/>
        </p:nvSpPr>
        <p:spPr>
          <a:xfrm>
            <a:off x="6543903" y="3964381"/>
            <a:ext cx="1455877" cy="457200"/>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18" name="Right Arrow 17"/>
          <p:cNvSpPr/>
          <p:nvPr/>
        </p:nvSpPr>
        <p:spPr>
          <a:xfrm>
            <a:off x="8018068" y="3461461"/>
            <a:ext cx="109728" cy="164592"/>
          </a:xfrm>
          <a:prstGeom prst="rightArrow">
            <a:avLst/>
          </a:prstGeom>
          <a:solidFill>
            <a:schemeClr val="accent4"/>
          </a:solidFill>
          <a:ln>
            <a:noFill/>
          </a:ln>
          <a:effectLst/>
        </p:spPr>
        <p:txBody>
          <a:bodyPr rtlCol="0" anchor="ctr"/>
          <a:lstStyle/>
          <a:p>
            <a:pPr algn="ctr"/>
          </a:p>
        </p:txBody>
      </p:sp>
      <p:sp>
        <p:nvSpPr>
          <p:cNvPr id="19" name="Oval 18"/>
          <p:cNvSpPr/>
          <p:nvPr/>
        </p:nvSpPr>
        <p:spPr>
          <a:xfrm>
            <a:off x="8544839" y="3214573"/>
            <a:ext cx="658368" cy="658368"/>
          </a:xfrm>
          <a:prstGeom prst="ellipse">
            <a:avLst/>
          </a:prstGeom>
          <a:solidFill>
            <a:schemeClr val="accent3"/>
          </a:solidFill>
          <a:ln>
            <a:noFill/>
          </a:ln>
          <a:effectLst/>
        </p:spPr>
        <p:txBody>
          <a:bodyPr rtlCol="0" anchor="ctr"/>
          <a:lstStyle/>
          <a:p>
            <a:pPr algn="ctr"/>
          </a:p>
        </p:txBody>
      </p:sp>
      <p:sp>
        <p:nvSpPr>
          <p:cNvPr id="20" name="TextBox 19"/>
          <p:cNvSpPr txBox="1"/>
          <p:nvPr/>
        </p:nvSpPr>
        <p:spPr>
          <a:xfrm>
            <a:off x="8146084" y="3964381"/>
            <a:ext cx="1455877" cy="457200"/>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21" name="Right Arrow 20"/>
          <p:cNvSpPr/>
          <p:nvPr/>
        </p:nvSpPr>
        <p:spPr>
          <a:xfrm>
            <a:off x="9620249" y="3461461"/>
            <a:ext cx="109728" cy="164592"/>
          </a:xfrm>
          <a:prstGeom prst="rightArrow">
            <a:avLst/>
          </a:prstGeom>
          <a:solidFill>
            <a:schemeClr val="accent4"/>
          </a:solidFill>
          <a:ln>
            <a:noFill/>
          </a:ln>
          <a:effectLst/>
        </p:spPr>
        <p:txBody>
          <a:bodyPr rtlCol="0" anchor="ctr"/>
          <a:lstStyle/>
          <a:p>
            <a:pPr algn="ctr"/>
          </a:p>
        </p:txBody>
      </p:sp>
      <p:sp>
        <p:nvSpPr>
          <p:cNvPr id="22" name="Oval 21"/>
          <p:cNvSpPr/>
          <p:nvPr/>
        </p:nvSpPr>
        <p:spPr>
          <a:xfrm>
            <a:off x="10147020" y="3214573"/>
            <a:ext cx="658368" cy="658368"/>
          </a:xfrm>
          <a:prstGeom prst="ellipse">
            <a:avLst/>
          </a:prstGeom>
          <a:solidFill>
            <a:schemeClr val="accent3"/>
          </a:solidFill>
          <a:ln>
            <a:noFill/>
          </a:ln>
          <a:effectLst/>
        </p:spPr>
        <p:txBody>
          <a:bodyPr rtlCol="0" anchor="ctr"/>
          <a:lstStyle/>
          <a:p>
            <a:pPr algn="ctr"/>
          </a:p>
        </p:txBody>
      </p:sp>
      <p:sp>
        <p:nvSpPr>
          <p:cNvPr id="23" name="TextBox 22"/>
          <p:cNvSpPr txBox="1"/>
          <p:nvPr/>
        </p:nvSpPr>
        <p:spPr>
          <a:xfrm>
            <a:off x="9748266" y="3964381"/>
            <a:ext cx="1455877" cy="457200"/>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24" name="Rectangle 23"/>
          <p:cNvSpPr/>
          <p:nvPr/>
        </p:nvSpPr>
        <p:spPr>
          <a:xfrm>
            <a:off x="6095847" y="2185415"/>
            <a:ext cx="27432" cy="2496311"/>
          </a:xfrm>
          <a:prstGeom prst="rect">
            <a:avLst/>
          </a:prstGeom>
          <a:solidFill>
            <a:schemeClr val="accent4"/>
          </a:solidFill>
          <a:ln>
            <a:noFill/>
          </a:ln>
          <a:effectLst/>
        </p:spPr>
        <p:txBody>
          <a:bodyPr rtlCol="0" anchor="ctr"/>
          <a:lstStyle/>
          <a:p>
            <a:pPr algn="ctr"/>
          </a:p>
        </p:txBody>
      </p:sp>
      <p:sp>
        <p:nvSpPr>
          <p:cNvPr id="25" name="Rectangle 24"/>
          <p:cNvSpPr/>
          <p:nvPr/>
        </p:nvSpPr>
        <p:spPr>
          <a:xfrm>
            <a:off x="5547207" y="1874519"/>
            <a:ext cx="1097280" cy="365760"/>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26" name="Rectangle 25"/>
          <p:cNvSpPr/>
          <p:nvPr/>
        </p:nvSpPr>
        <p:spPr>
          <a:xfrm>
            <a:off x="822960" y="4736591"/>
            <a:ext cx="3320186" cy="530352"/>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Lorem Ipsum Dolor</a:t>
            </a:r>
          </a:p>
        </p:txBody>
      </p:sp>
      <p:sp>
        <p:nvSpPr>
          <p:cNvPr id="27" name="Rectangle 26"/>
          <p:cNvSpPr/>
          <p:nvPr/>
        </p:nvSpPr>
        <p:spPr>
          <a:xfrm>
            <a:off x="4435754" y="4736591"/>
            <a:ext cx="3320186" cy="530352"/>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Lorem Ipsum Dolor</a:t>
            </a:r>
          </a:p>
        </p:txBody>
      </p:sp>
      <p:sp>
        <p:nvSpPr>
          <p:cNvPr id="28" name="Rectangle 27"/>
          <p:cNvSpPr/>
          <p:nvPr/>
        </p:nvSpPr>
        <p:spPr>
          <a:xfrm>
            <a:off x="8048548" y="4736591"/>
            <a:ext cx="3320186" cy="530352"/>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Lorem Ipsum Dolor</a:t>
            </a:r>
          </a:p>
        </p:txBody>
      </p:sp>
      <p:sp>
        <p:nvSpPr>
          <p:cNvPr id="29" name="Rectangle 28"/>
          <p:cNvSpPr/>
          <p:nvPr/>
        </p:nvSpPr>
        <p:spPr>
          <a:xfrm>
            <a:off x="822960" y="5468111"/>
            <a:ext cx="10545775" cy="56692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 ipsum dolor sit amet consectetur adipiscing elit sed do eiusmod tempor incididunt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Rectangle 2"/>
          <p:cNvSpPr/>
          <p:nvPr/>
        </p:nvSpPr>
        <p:spPr>
          <a:xfrm>
            <a:off x="822960" y="2103120"/>
            <a:ext cx="2460878" cy="3520440"/>
          </a:xfrm>
          <a:prstGeom prst="rect">
            <a:avLst/>
          </a:prstGeom>
          <a:solidFill>
            <a:schemeClr val="accent1"/>
          </a:solidFill>
          <a:ln>
            <a:noFill/>
          </a:ln>
          <a:effectLst/>
        </p:spPr>
        <p:txBody>
          <a:bodyPr rtlCol="0" anchor="ctr"/>
          <a:lstStyle/>
          <a:p>
            <a:pPr algn="ctr"/>
          </a:p>
        </p:txBody>
      </p:sp>
      <p:sp>
        <p:nvSpPr>
          <p:cNvPr id="4" name="TextBox 3"/>
          <p:cNvSpPr txBox="1"/>
          <p:nvPr/>
        </p:nvSpPr>
        <p:spPr>
          <a:xfrm>
            <a:off x="987552" y="2267712"/>
            <a:ext cx="2131695" cy="731520"/>
          </a:xfrm>
          <a:prstGeom prst="rect">
            <a:avLst/>
          </a:prstGeom>
          <a:noFill/>
        </p:spPr>
        <p:txBody>
          <a:bodyPr wrap="square" anchor="t" lIns="0" rIns="0" tIns="0" bIns="0">
            <a:spAutoFit/>
          </a:bodyPr>
          <a:lstStyle/>
          <a:p>
            <a:pPr algn="ctr"/>
            <a:r>
              <a:rPr sz="1800" b="1">
                <a:solidFill>
                  <a:schemeClr val="bg1"/>
                </a:solidFill>
                <a:latin typeface="+mn-lt"/>
              </a:rPr>
              <a:t>Lorem Ipsum</a:t>
            </a:r>
          </a:p>
        </p:txBody>
      </p:sp>
      <p:sp>
        <p:nvSpPr>
          <p:cNvPr id="5" name="Oval 4"/>
          <p:cNvSpPr/>
          <p:nvPr/>
        </p:nvSpPr>
        <p:spPr>
          <a:xfrm>
            <a:off x="1010412" y="3104387"/>
            <a:ext cx="118872" cy="118872"/>
          </a:xfrm>
          <a:prstGeom prst="ellipse">
            <a:avLst/>
          </a:prstGeom>
          <a:solidFill>
            <a:schemeClr val="bg1"/>
          </a:solidFill>
          <a:ln>
            <a:noFill/>
          </a:ln>
          <a:effectLst/>
        </p:spPr>
        <p:txBody>
          <a:bodyPr rtlCol="0" anchor="ctr"/>
          <a:lstStyle/>
          <a:p>
            <a:pPr algn="ctr"/>
          </a:p>
        </p:txBody>
      </p:sp>
      <p:sp>
        <p:nvSpPr>
          <p:cNvPr id="6" name="TextBox 5"/>
          <p:cNvSpPr txBox="1"/>
          <p:nvPr/>
        </p:nvSpPr>
        <p:spPr>
          <a:xfrm>
            <a:off x="1225296" y="3044951"/>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7" name="Oval 6"/>
          <p:cNvSpPr/>
          <p:nvPr/>
        </p:nvSpPr>
        <p:spPr>
          <a:xfrm>
            <a:off x="1010412" y="3671315"/>
            <a:ext cx="118872" cy="118872"/>
          </a:xfrm>
          <a:prstGeom prst="ellipse">
            <a:avLst/>
          </a:prstGeom>
          <a:solidFill>
            <a:schemeClr val="bg1"/>
          </a:solidFill>
          <a:ln>
            <a:noFill/>
          </a:ln>
          <a:effectLst/>
        </p:spPr>
        <p:txBody>
          <a:bodyPr rtlCol="0" anchor="ctr"/>
          <a:lstStyle/>
          <a:p>
            <a:pPr algn="ctr"/>
          </a:p>
        </p:txBody>
      </p:sp>
      <p:sp>
        <p:nvSpPr>
          <p:cNvPr id="8" name="TextBox 7"/>
          <p:cNvSpPr txBox="1"/>
          <p:nvPr/>
        </p:nvSpPr>
        <p:spPr>
          <a:xfrm>
            <a:off x="1225296" y="3611879"/>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9" name="Oval 8"/>
          <p:cNvSpPr/>
          <p:nvPr/>
        </p:nvSpPr>
        <p:spPr>
          <a:xfrm>
            <a:off x="1010412" y="4238244"/>
            <a:ext cx="118872" cy="118872"/>
          </a:xfrm>
          <a:prstGeom prst="ellipse">
            <a:avLst/>
          </a:prstGeom>
          <a:solidFill>
            <a:schemeClr val="bg1"/>
          </a:solidFill>
          <a:ln>
            <a:noFill/>
          </a:ln>
          <a:effectLst/>
        </p:spPr>
        <p:txBody>
          <a:bodyPr rtlCol="0" anchor="ctr"/>
          <a:lstStyle/>
          <a:p>
            <a:pPr algn="ctr"/>
          </a:p>
        </p:txBody>
      </p:sp>
      <p:sp>
        <p:nvSpPr>
          <p:cNvPr id="10" name="TextBox 9"/>
          <p:cNvSpPr txBox="1"/>
          <p:nvPr/>
        </p:nvSpPr>
        <p:spPr>
          <a:xfrm>
            <a:off x="1225296" y="4178808"/>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11" name="Oval 10"/>
          <p:cNvSpPr/>
          <p:nvPr/>
        </p:nvSpPr>
        <p:spPr>
          <a:xfrm>
            <a:off x="1010412" y="4805171"/>
            <a:ext cx="118872" cy="118872"/>
          </a:xfrm>
          <a:prstGeom prst="ellipse">
            <a:avLst/>
          </a:prstGeom>
          <a:solidFill>
            <a:schemeClr val="bg1"/>
          </a:solidFill>
          <a:ln>
            <a:noFill/>
          </a:ln>
          <a:effectLst/>
        </p:spPr>
        <p:txBody>
          <a:bodyPr rtlCol="0" anchor="ctr"/>
          <a:lstStyle/>
          <a:p>
            <a:pPr algn="ctr"/>
          </a:p>
        </p:txBody>
      </p:sp>
      <p:sp>
        <p:nvSpPr>
          <p:cNvPr id="12" name="TextBox 11"/>
          <p:cNvSpPr txBox="1"/>
          <p:nvPr/>
        </p:nvSpPr>
        <p:spPr>
          <a:xfrm>
            <a:off x="1225296" y="4745736"/>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13" name="Rectangle 12"/>
          <p:cNvSpPr/>
          <p:nvPr/>
        </p:nvSpPr>
        <p:spPr>
          <a:xfrm>
            <a:off x="3517925" y="2103120"/>
            <a:ext cx="2460878" cy="3520440"/>
          </a:xfrm>
          <a:prstGeom prst="rect">
            <a:avLst/>
          </a:prstGeom>
          <a:solidFill>
            <a:schemeClr val="accent5"/>
          </a:solidFill>
          <a:ln>
            <a:noFill/>
          </a:ln>
          <a:effectLst/>
        </p:spPr>
        <p:txBody>
          <a:bodyPr rtlCol="0" anchor="ctr"/>
          <a:lstStyle/>
          <a:p>
            <a:pPr algn="ctr"/>
          </a:p>
        </p:txBody>
      </p:sp>
      <p:sp>
        <p:nvSpPr>
          <p:cNvPr id="14" name="TextBox 13"/>
          <p:cNvSpPr txBox="1"/>
          <p:nvPr/>
        </p:nvSpPr>
        <p:spPr>
          <a:xfrm>
            <a:off x="3682517" y="2267712"/>
            <a:ext cx="2131695" cy="731520"/>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15" name="Oval 14"/>
          <p:cNvSpPr/>
          <p:nvPr/>
        </p:nvSpPr>
        <p:spPr>
          <a:xfrm>
            <a:off x="3705377" y="3104387"/>
            <a:ext cx="118872" cy="118872"/>
          </a:xfrm>
          <a:prstGeom prst="ellipse">
            <a:avLst/>
          </a:prstGeom>
          <a:solidFill>
            <a:schemeClr val="accent1"/>
          </a:solidFill>
          <a:ln>
            <a:noFill/>
          </a:ln>
          <a:effectLst/>
        </p:spPr>
        <p:txBody>
          <a:bodyPr rtlCol="0" anchor="ctr"/>
          <a:lstStyle/>
          <a:p>
            <a:pPr algn="ctr"/>
          </a:p>
        </p:txBody>
      </p:sp>
      <p:sp>
        <p:nvSpPr>
          <p:cNvPr id="16" name="TextBox 15"/>
          <p:cNvSpPr txBox="1"/>
          <p:nvPr/>
        </p:nvSpPr>
        <p:spPr>
          <a:xfrm>
            <a:off x="3920261" y="3044951"/>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17" name="Oval 16"/>
          <p:cNvSpPr/>
          <p:nvPr/>
        </p:nvSpPr>
        <p:spPr>
          <a:xfrm>
            <a:off x="3705377" y="3671315"/>
            <a:ext cx="118872" cy="118872"/>
          </a:xfrm>
          <a:prstGeom prst="ellipse">
            <a:avLst/>
          </a:prstGeom>
          <a:solidFill>
            <a:schemeClr val="accent1"/>
          </a:solidFill>
          <a:ln>
            <a:noFill/>
          </a:ln>
          <a:effectLst/>
        </p:spPr>
        <p:txBody>
          <a:bodyPr rtlCol="0" anchor="ctr"/>
          <a:lstStyle/>
          <a:p>
            <a:pPr algn="ctr"/>
          </a:p>
        </p:txBody>
      </p:sp>
      <p:sp>
        <p:nvSpPr>
          <p:cNvPr id="18" name="TextBox 17"/>
          <p:cNvSpPr txBox="1"/>
          <p:nvPr/>
        </p:nvSpPr>
        <p:spPr>
          <a:xfrm>
            <a:off x="3920261" y="3611879"/>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19" name="Oval 18"/>
          <p:cNvSpPr/>
          <p:nvPr/>
        </p:nvSpPr>
        <p:spPr>
          <a:xfrm>
            <a:off x="3705377" y="4238244"/>
            <a:ext cx="118872" cy="118872"/>
          </a:xfrm>
          <a:prstGeom prst="ellipse">
            <a:avLst/>
          </a:prstGeom>
          <a:solidFill>
            <a:schemeClr val="accent1"/>
          </a:solidFill>
          <a:ln>
            <a:noFill/>
          </a:ln>
          <a:effectLst/>
        </p:spPr>
        <p:txBody>
          <a:bodyPr rtlCol="0" anchor="ctr"/>
          <a:lstStyle/>
          <a:p>
            <a:pPr algn="ctr"/>
          </a:p>
        </p:txBody>
      </p:sp>
      <p:sp>
        <p:nvSpPr>
          <p:cNvPr id="20" name="TextBox 19"/>
          <p:cNvSpPr txBox="1"/>
          <p:nvPr/>
        </p:nvSpPr>
        <p:spPr>
          <a:xfrm>
            <a:off x="3920261" y="4178808"/>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21" name="Oval 20"/>
          <p:cNvSpPr/>
          <p:nvPr/>
        </p:nvSpPr>
        <p:spPr>
          <a:xfrm>
            <a:off x="3705377" y="4805171"/>
            <a:ext cx="118872" cy="118872"/>
          </a:xfrm>
          <a:prstGeom prst="ellipse">
            <a:avLst/>
          </a:prstGeom>
          <a:solidFill>
            <a:schemeClr val="accent1"/>
          </a:solidFill>
          <a:ln>
            <a:noFill/>
          </a:ln>
          <a:effectLst/>
        </p:spPr>
        <p:txBody>
          <a:bodyPr rtlCol="0" anchor="ctr"/>
          <a:lstStyle/>
          <a:p>
            <a:pPr algn="ctr"/>
          </a:p>
        </p:txBody>
      </p:sp>
      <p:sp>
        <p:nvSpPr>
          <p:cNvPr id="22" name="TextBox 21"/>
          <p:cNvSpPr txBox="1"/>
          <p:nvPr/>
        </p:nvSpPr>
        <p:spPr>
          <a:xfrm>
            <a:off x="3920261" y="4745736"/>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23" name="Rectangle 22"/>
          <p:cNvSpPr/>
          <p:nvPr/>
        </p:nvSpPr>
        <p:spPr>
          <a:xfrm>
            <a:off x="6212890" y="2103120"/>
            <a:ext cx="2460878" cy="3520440"/>
          </a:xfrm>
          <a:prstGeom prst="rect">
            <a:avLst/>
          </a:prstGeom>
          <a:solidFill>
            <a:schemeClr val="accent2"/>
          </a:solidFill>
          <a:ln>
            <a:noFill/>
          </a:ln>
          <a:effectLst/>
        </p:spPr>
        <p:txBody>
          <a:bodyPr rtlCol="0" anchor="ctr"/>
          <a:lstStyle/>
          <a:p>
            <a:pPr algn="ctr"/>
          </a:p>
        </p:txBody>
      </p:sp>
      <p:sp>
        <p:nvSpPr>
          <p:cNvPr id="24" name="TextBox 23"/>
          <p:cNvSpPr txBox="1"/>
          <p:nvPr/>
        </p:nvSpPr>
        <p:spPr>
          <a:xfrm>
            <a:off x="6377482" y="2267712"/>
            <a:ext cx="2131695" cy="731520"/>
          </a:xfrm>
          <a:prstGeom prst="rect">
            <a:avLst/>
          </a:prstGeom>
          <a:noFill/>
        </p:spPr>
        <p:txBody>
          <a:bodyPr wrap="square" anchor="t" lIns="0" rIns="0" tIns="0" bIns="0">
            <a:spAutoFit/>
          </a:bodyPr>
          <a:lstStyle/>
          <a:p>
            <a:pPr algn="ctr"/>
            <a:r>
              <a:rPr sz="1800" b="1">
                <a:solidFill>
                  <a:schemeClr val="bg1"/>
                </a:solidFill>
                <a:latin typeface="+mn-lt"/>
              </a:rPr>
              <a:t>Lorem Ipsum</a:t>
            </a:r>
          </a:p>
        </p:txBody>
      </p:sp>
      <p:sp>
        <p:nvSpPr>
          <p:cNvPr id="25" name="Oval 24"/>
          <p:cNvSpPr/>
          <p:nvPr/>
        </p:nvSpPr>
        <p:spPr>
          <a:xfrm>
            <a:off x="6400342" y="3104387"/>
            <a:ext cx="118872" cy="118872"/>
          </a:xfrm>
          <a:prstGeom prst="ellipse">
            <a:avLst/>
          </a:prstGeom>
          <a:solidFill>
            <a:schemeClr val="bg1"/>
          </a:solidFill>
          <a:ln>
            <a:noFill/>
          </a:ln>
          <a:effectLst/>
        </p:spPr>
        <p:txBody>
          <a:bodyPr rtlCol="0" anchor="ctr"/>
          <a:lstStyle/>
          <a:p>
            <a:pPr algn="ctr"/>
          </a:p>
        </p:txBody>
      </p:sp>
      <p:sp>
        <p:nvSpPr>
          <p:cNvPr id="26" name="TextBox 25"/>
          <p:cNvSpPr txBox="1"/>
          <p:nvPr/>
        </p:nvSpPr>
        <p:spPr>
          <a:xfrm>
            <a:off x="6615226" y="3044951"/>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27" name="Oval 26"/>
          <p:cNvSpPr/>
          <p:nvPr/>
        </p:nvSpPr>
        <p:spPr>
          <a:xfrm>
            <a:off x="6400342" y="3671315"/>
            <a:ext cx="118872" cy="118872"/>
          </a:xfrm>
          <a:prstGeom prst="ellipse">
            <a:avLst/>
          </a:prstGeom>
          <a:solidFill>
            <a:schemeClr val="bg1"/>
          </a:solidFill>
          <a:ln>
            <a:noFill/>
          </a:ln>
          <a:effectLst/>
        </p:spPr>
        <p:txBody>
          <a:bodyPr rtlCol="0" anchor="ctr"/>
          <a:lstStyle/>
          <a:p>
            <a:pPr algn="ctr"/>
          </a:p>
        </p:txBody>
      </p:sp>
      <p:sp>
        <p:nvSpPr>
          <p:cNvPr id="28" name="TextBox 27"/>
          <p:cNvSpPr txBox="1"/>
          <p:nvPr/>
        </p:nvSpPr>
        <p:spPr>
          <a:xfrm>
            <a:off x="6615226" y="3611879"/>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29" name="Oval 28"/>
          <p:cNvSpPr/>
          <p:nvPr/>
        </p:nvSpPr>
        <p:spPr>
          <a:xfrm>
            <a:off x="6400342" y="4238244"/>
            <a:ext cx="118872" cy="118872"/>
          </a:xfrm>
          <a:prstGeom prst="ellipse">
            <a:avLst/>
          </a:prstGeom>
          <a:solidFill>
            <a:schemeClr val="bg1"/>
          </a:solidFill>
          <a:ln>
            <a:noFill/>
          </a:ln>
          <a:effectLst/>
        </p:spPr>
        <p:txBody>
          <a:bodyPr rtlCol="0" anchor="ctr"/>
          <a:lstStyle/>
          <a:p>
            <a:pPr algn="ctr"/>
          </a:p>
        </p:txBody>
      </p:sp>
      <p:sp>
        <p:nvSpPr>
          <p:cNvPr id="30" name="TextBox 29"/>
          <p:cNvSpPr txBox="1"/>
          <p:nvPr/>
        </p:nvSpPr>
        <p:spPr>
          <a:xfrm>
            <a:off x="6615226" y="4178808"/>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31" name="Oval 30"/>
          <p:cNvSpPr/>
          <p:nvPr/>
        </p:nvSpPr>
        <p:spPr>
          <a:xfrm>
            <a:off x="6400342" y="4805171"/>
            <a:ext cx="118872" cy="118872"/>
          </a:xfrm>
          <a:prstGeom prst="ellipse">
            <a:avLst/>
          </a:prstGeom>
          <a:solidFill>
            <a:schemeClr val="bg1"/>
          </a:solidFill>
          <a:ln>
            <a:noFill/>
          </a:ln>
          <a:effectLst/>
        </p:spPr>
        <p:txBody>
          <a:bodyPr rtlCol="0" anchor="ctr"/>
          <a:lstStyle/>
          <a:p>
            <a:pPr algn="ctr"/>
          </a:p>
        </p:txBody>
      </p:sp>
      <p:sp>
        <p:nvSpPr>
          <p:cNvPr id="32" name="TextBox 31"/>
          <p:cNvSpPr txBox="1"/>
          <p:nvPr/>
        </p:nvSpPr>
        <p:spPr>
          <a:xfrm>
            <a:off x="6615226" y="4745736"/>
            <a:ext cx="1893951" cy="502920"/>
          </a:xfrm>
          <a:prstGeom prst="rect">
            <a:avLst/>
          </a:prstGeom>
          <a:noFill/>
        </p:spPr>
        <p:txBody>
          <a:bodyPr wrap="square" anchor="t" lIns="0" rIns="0" tIns="0" bIns="0">
            <a:spAutoFit/>
          </a:bodyPr>
          <a:lstStyle/>
          <a:p>
            <a:pPr algn="l"/>
            <a:r>
              <a:rPr sz="1400" b="0">
                <a:solidFill>
                  <a:schemeClr val="bg1"/>
                </a:solidFill>
                <a:latin typeface="+mn-lt"/>
              </a:rPr>
              <a:t>Lorem ipsum dolor</a:t>
            </a:r>
          </a:p>
        </p:txBody>
      </p:sp>
      <p:sp>
        <p:nvSpPr>
          <p:cNvPr id="33" name="Rectangle 32"/>
          <p:cNvSpPr/>
          <p:nvPr/>
        </p:nvSpPr>
        <p:spPr>
          <a:xfrm>
            <a:off x="8907856" y="2103120"/>
            <a:ext cx="2460878" cy="3520440"/>
          </a:xfrm>
          <a:prstGeom prst="rect">
            <a:avLst/>
          </a:prstGeom>
          <a:solidFill>
            <a:schemeClr val="accent4"/>
          </a:solidFill>
          <a:ln>
            <a:noFill/>
          </a:ln>
          <a:effectLst/>
        </p:spPr>
        <p:txBody>
          <a:bodyPr rtlCol="0" anchor="ctr"/>
          <a:lstStyle/>
          <a:p>
            <a:pPr algn="ctr"/>
          </a:p>
        </p:txBody>
      </p:sp>
      <p:sp>
        <p:nvSpPr>
          <p:cNvPr id="34" name="TextBox 33"/>
          <p:cNvSpPr txBox="1"/>
          <p:nvPr/>
        </p:nvSpPr>
        <p:spPr>
          <a:xfrm>
            <a:off x="9072448" y="2267712"/>
            <a:ext cx="2131695" cy="731520"/>
          </a:xfrm>
          <a:prstGeom prst="rect">
            <a:avLst/>
          </a:prstGeom>
          <a:noFill/>
        </p:spPr>
        <p:txBody>
          <a:bodyPr wrap="square" anchor="t" lIns="0" rIns="0" tIns="0" bIns="0">
            <a:spAutoFit/>
          </a:bodyPr>
          <a:lstStyle/>
          <a:p>
            <a:pPr algn="ctr"/>
            <a:r>
              <a:rPr sz="1800" b="1">
                <a:solidFill>
                  <a:schemeClr val="tx1"/>
                </a:solidFill>
                <a:latin typeface="+mn-lt"/>
              </a:rPr>
              <a:t>Lorem Ipsum</a:t>
            </a:r>
          </a:p>
        </p:txBody>
      </p:sp>
      <p:sp>
        <p:nvSpPr>
          <p:cNvPr id="35" name="Oval 34"/>
          <p:cNvSpPr/>
          <p:nvPr/>
        </p:nvSpPr>
        <p:spPr>
          <a:xfrm>
            <a:off x="9095308" y="3104387"/>
            <a:ext cx="118872" cy="118872"/>
          </a:xfrm>
          <a:prstGeom prst="ellipse">
            <a:avLst/>
          </a:prstGeom>
          <a:solidFill>
            <a:schemeClr val="accent1"/>
          </a:solidFill>
          <a:ln>
            <a:noFill/>
          </a:ln>
          <a:effectLst/>
        </p:spPr>
        <p:txBody>
          <a:bodyPr rtlCol="0" anchor="ctr"/>
          <a:lstStyle/>
          <a:p>
            <a:pPr algn="ctr"/>
          </a:p>
        </p:txBody>
      </p:sp>
      <p:sp>
        <p:nvSpPr>
          <p:cNvPr id="36" name="TextBox 35"/>
          <p:cNvSpPr txBox="1"/>
          <p:nvPr/>
        </p:nvSpPr>
        <p:spPr>
          <a:xfrm>
            <a:off x="9310192" y="3044951"/>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37" name="Oval 36"/>
          <p:cNvSpPr/>
          <p:nvPr/>
        </p:nvSpPr>
        <p:spPr>
          <a:xfrm>
            <a:off x="9095308" y="3671315"/>
            <a:ext cx="118872" cy="118872"/>
          </a:xfrm>
          <a:prstGeom prst="ellipse">
            <a:avLst/>
          </a:prstGeom>
          <a:solidFill>
            <a:schemeClr val="accent1"/>
          </a:solidFill>
          <a:ln>
            <a:noFill/>
          </a:ln>
          <a:effectLst/>
        </p:spPr>
        <p:txBody>
          <a:bodyPr rtlCol="0" anchor="ctr"/>
          <a:lstStyle/>
          <a:p>
            <a:pPr algn="ctr"/>
          </a:p>
        </p:txBody>
      </p:sp>
      <p:sp>
        <p:nvSpPr>
          <p:cNvPr id="38" name="TextBox 37"/>
          <p:cNvSpPr txBox="1"/>
          <p:nvPr/>
        </p:nvSpPr>
        <p:spPr>
          <a:xfrm>
            <a:off x="9310192" y="3611879"/>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39" name="Oval 38"/>
          <p:cNvSpPr/>
          <p:nvPr/>
        </p:nvSpPr>
        <p:spPr>
          <a:xfrm>
            <a:off x="9095308" y="4238244"/>
            <a:ext cx="118872" cy="118872"/>
          </a:xfrm>
          <a:prstGeom prst="ellipse">
            <a:avLst/>
          </a:prstGeom>
          <a:solidFill>
            <a:schemeClr val="accent1"/>
          </a:solidFill>
          <a:ln>
            <a:noFill/>
          </a:ln>
          <a:effectLst/>
        </p:spPr>
        <p:txBody>
          <a:bodyPr rtlCol="0" anchor="ctr"/>
          <a:lstStyle/>
          <a:p>
            <a:pPr algn="ctr"/>
          </a:p>
        </p:txBody>
      </p:sp>
      <p:sp>
        <p:nvSpPr>
          <p:cNvPr id="40" name="TextBox 39"/>
          <p:cNvSpPr txBox="1"/>
          <p:nvPr/>
        </p:nvSpPr>
        <p:spPr>
          <a:xfrm>
            <a:off x="9310192" y="4178808"/>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
        <p:nvSpPr>
          <p:cNvPr id="41" name="Oval 40"/>
          <p:cNvSpPr/>
          <p:nvPr/>
        </p:nvSpPr>
        <p:spPr>
          <a:xfrm>
            <a:off x="9095308" y="4805171"/>
            <a:ext cx="118872" cy="118872"/>
          </a:xfrm>
          <a:prstGeom prst="ellipse">
            <a:avLst/>
          </a:prstGeom>
          <a:solidFill>
            <a:schemeClr val="accent1"/>
          </a:solidFill>
          <a:ln>
            <a:noFill/>
          </a:ln>
          <a:effectLst/>
        </p:spPr>
        <p:txBody>
          <a:bodyPr rtlCol="0" anchor="ctr"/>
          <a:lstStyle/>
          <a:p>
            <a:pPr algn="ctr"/>
          </a:p>
        </p:txBody>
      </p:sp>
      <p:sp>
        <p:nvSpPr>
          <p:cNvPr id="42" name="TextBox 41"/>
          <p:cNvSpPr txBox="1"/>
          <p:nvPr/>
        </p:nvSpPr>
        <p:spPr>
          <a:xfrm>
            <a:off x="9310192" y="4745736"/>
            <a:ext cx="1893951" cy="502920"/>
          </a:xfrm>
          <a:prstGeom prst="rect">
            <a:avLst/>
          </a:prstGeom>
          <a:noFill/>
        </p:spPr>
        <p:txBody>
          <a:bodyPr wrap="square" anchor="t" lIns="0" rIns="0" tIns="0" bIns="0">
            <a:spAutoFit/>
          </a:bodyPr>
          <a:lstStyle/>
          <a:p>
            <a:pPr algn="l"/>
            <a:r>
              <a:rPr sz="1400" b="0">
                <a:solidFill>
                  <a:schemeClr val="tx1"/>
                </a:solidFill>
                <a:latin typeface="+mn-lt"/>
              </a:rPr>
              <a:t>Lorem ipsum dolor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1133856"/>
          </a:xfrm>
          <a:prstGeom prst="rect">
            <a:avLst/>
          </a:prstGeom>
          <a:noFill/>
        </p:spPr>
        <p:txBody>
          <a:bodyPr wrap="square" anchor="t" lIns="0" rIns="0" tIns="0" bIns="0">
            <a:spAutoFit/>
          </a:bodyPr>
          <a:lstStyle/>
          <a:p>
            <a:pPr algn="l"/>
            <a:r>
              <a:rPr sz="2800" b="1">
                <a:solidFill>
                  <a:schemeClr val="tx1"/>
                </a:solidFill>
                <a:latin typeface="+mj-lt"/>
              </a:rPr>
              <a:t>Lorem Ipsum Dolor</a:t>
            </a:r>
          </a:p>
          <a:p>
            <a:pPr algn="l"/>
            <a:r>
              <a:rPr sz="2800" b="1">
                <a:solidFill>
                  <a:schemeClr val="tx1"/>
                </a:solidFill>
                <a:latin typeface="+mj-lt"/>
              </a:rPr>
              <a:t>Lorem Ipsum Dolor Sit</a:t>
            </a:r>
          </a:p>
        </p:txBody>
      </p:sp>
      <p:sp>
        <p:nvSpPr>
          <p:cNvPr id="3" name="Rectangle 2"/>
          <p:cNvSpPr/>
          <p:nvPr/>
        </p:nvSpPr>
        <p:spPr>
          <a:xfrm>
            <a:off x="822960" y="1691640"/>
            <a:ext cx="384048" cy="1313687"/>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1</a:t>
            </a:r>
          </a:p>
        </p:txBody>
      </p:sp>
      <p:sp>
        <p:nvSpPr>
          <p:cNvPr id="4" name="Rectangle 3"/>
          <p:cNvSpPr/>
          <p:nvPr/>
        </p:nvSpPr>
        <p:spPr>
          <a:xfrm>
            <a:off x="1353312" y="1691640"/>
            <a:ext cx="10015423" cy="1313687"/>
          </a:xfrm>
          <a:prstGeom prst="rect">
            <a:avLst/>
          </a:prstGeom>
          <a:solidFill>
            <a:schemeClr val="bg2"/>
          </a:solidFill>
          <a:ln>
            <a:noFill/>
          </a:ln>
          <a:effectLst/>
        </p:spPr>
        <p:txBody>
          <a:bodyPr rtlCol="0" anchor="ctr"/>
          <a:lstStyle/>
          <a:p>
            <a:pPr algn="ctr"/>
          </a:p>
        </p:txBody>
      </p:sp>
      <p:sp>
        <p:nvSpPr>
          <p:cNvPr id="5" name="Rectangle 4"/>
          <p:cNvSpPr/>
          <p:nvPr/>
        </p:nvSpPr>
        <p:spPr>
          <a:xfrm>
            <a:off x="1517904" y="1801368"/>
            <a:ext cx="2289886" cy="1094232"/>
          </a:xfrm>
          <a:prstGeom prst="rect">
            <a:avLst/>
          </a:prstGeom>
          <a:solidFill>
            <a:schemeClr val="bg1"/>
          </a:solidFill>
          <a:ln>
            <a:noFill/>
          </a:ln>
          <a:effectLst/>
        </p:spPr>
        <p:txBody>
          <a:bodyPr rtlCol="0" anchor="ctr"/>
          <a:lstStyle/>
          <a:p>
            <a:pPr algn="ctr"/>
          </a:p>
        </p:txBody>
      </p:sp>
      <p:sp>
        <p:nvSpPr>
          <p:cNvPr id="6" name="TextBox 5"/>
          <p:cNvSpPr txBox="1"/>
          <p:nvPr/>
        </p:nvSpPr>
        <p:spPr>
          <a:xfrm>
            <a:off x="1517904" y="1892808"/>
            <a:ext cx="2289886"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7" name="Rectangle 6"/>
          <p:cNvSpPr/>
          <p:nvPr/>
        </p:nvSpPr>
        <p:spPr>
          <a:xfrm>
            <a:off x="1627631" y="2276856"/>
            <a:ext cx="2070430" cy="545591"/>
          </a:xfrm>
          <a:prstGeom prst="rect">
            <a:avLst/>
          </a:prstGeom>
          <a:solidFill>
            <a:schemeClr val="accent5"/>
          </a:solidFill>
          <a:ln>
            <a:noFill/>
          </a:ln>
          <a:effectLst/>
        </p:spPr>
        <p:txBody>
          <a:bodyPr rtlCol="0" anchor="ctr"/>
          <a:lstStyle/>
          <a:p>
            <a:pPr algn="ctr"/>
          </a:p>
        </p:txBody>
      </p:sp>
      <p:sp>
        <p:nvSpPr>
          <p:cNvPr id="8" name="TextBox 7"/>
          <p:cNvSpPr txBox="1"/>
          <p:nvPr/>
        </p:nvSpPr>
        <p:spPr>
          <a:xfrm>
            <a:off x="1627631" y="2276856"/>
            <a:ext cx="2070430" cy="545591"/>
          </a:xfrm>
          <a:prstGeom prst="rect">
            <a:avLst/>
          </a:prstGeom>
          <a:noFill/>
        </p:spPr>
        <p:txBody>
          <a:bodyPr wrap="square" anchor="ctr" lIns="0" rIns="0" tIns="0" bIns="0">
            <a:spAutoFit/>
          </a:bodyPr>
          <a:lstStyle/>
          <a:p>
            <a:pPr algn="ctr"/>
            <a:r>
              <a:rPr sz="1400" b="0">
                <a:solidFill>
                  <a:schemeClr val="tx1"/>
                </a:solidFill>
                <a:latin typeface="+mn-lt"/>
              </a:rPr>
              <a:t>Lorem ipsum dolor</a:t>
            </a:r>
          </a:p>
        </p:txBody>
      </p:sp>
      <p:sp>
        <p:nvSpPr>
          <p:cNvPr id="9" name="Rectangle 8"/>
          <p:cNvSpPr/>
          <p:nvPr/>
        </p:nvSpPr>
        <p:spPr>
          <a:xfrm>
            <a:off x="3983355" y="1801368"/>
            <a:ext cx="2289886" cy="1094232"/>
          </a:xfrm>
          <a:prstGeom prst="rect">
            <a:avLst/>
          </a:prstGeom>
          <a:solidFill>
            <a:schemeClr val="bg1"/>
          </a:solidFill>
          <a:ln>
            <a:noFill/>
          </a:ln>
          <a:effectLst/>
        </p:spPr>
        <p:txBody>
          <a:bodyPr rtlCol="0" anchor="ctr"/>
          <a:lstStyle/>
          <a:p>
            <a:pPr algn="ctr"/>
          </a:p>
        </p:txBody>
      </p:sp>
      <p:sp>
        <p:nvSpPr>
          <p:cNvPr id="10" name="TextBox 9"/>
          <p:cNvSpPr txBox="1"/>
          <p:nvPr/>
        </p:nvSpPr>
        <p:spPr>
          <a:xfrm>
            <a:off x="3983355" y="1892808"/>
            <a:ext cx="2289886"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11" name="Rectangle 10"/>
          <p:cNvSpPr/>
          <p:nvPr/>
        </p:nvSpPr>
        <p:spPr>
          <a:xfrm>
            <a:off x="4093083" y="2276856"/>
            <a:ext cx="2070430" cy="545591"/>
          </a:xfrm>
          <a:prstGeom prst="rect">
            <a:avLst/>
          </a:prstGeom>
          <a:solidFill>
            <a:schemeClr val="accent5"/>
          </a:solidFill>
          <a:ln>
            <a:noFill/>
          </a:ln>
          <a:effectLst/>
        </p:spPr>
        <p:txBody>
          <a:bodyPr rtlCol="0" anchor="ctr"/>
          <a:lstStyle/>
          <a:p>
            <a:pPr algn="ctr"/>
          </a:p>
        </p:txBody>
      </p:sp>
      <p:sp>
        <p:nvSpPr>
          <p:cNvPr id="12" name="TextBox 11"/>
          <p:cNvSpPr txBox="1"/>
          <p:nvPr/>
        </p:nvSpPr>
        <p:spPr>
          <a:xfrm>
            <a:off x="4093083" y="2276856"/>
            <a:ext cx="2070430" cy="545591"/>
          </a:xfrm>
          <a:prstGeom prst="rect">
            <a:avLst/>
          </a:prstGeom>
          <a:noFill/>
        </p:spPr>
        <p:txBody>
          <a:bodyPr wrap="square" anchor="ctr" lIns="0" rIns="0" tIns="0" bIns="0">
            <a:spAutoFit/>
          </a:bodyPr>
          <a:lstStyle/>
          <a:p>
            <a:pPr algn="ctr"/>
            <a:r>
              <a:rPr sz="1400" b="0">
                <a:solidFill>
                  <a:schemeClr val="tx1"/>
                </a:solidFill>
                <a:latin typeface="+mn-lt"/>
              </a:rPr>
              <a:t>Lorem ipsum dolor</a:t>
            </a:r>
          </a:p>
        </p:txBody>
      </p:sp>
      <p:sp>
        <p:nvSpPr>
          <p:cNvPr id="13" name="Rectangle 12"/>
          <p:cNvSpPr/>
          <p:nvPr/>
        </p:nvSpPr>
        <p:spPr>
          <a:xfrm>
            <a:off x="6448806" y="1801368"/>
            <a:ext cx="2289886" cy="1094232"/>
          </a:xfrm>
          <a:prstGeom prst="rect">
            <a:avLst/>
          </a:prstGeom>
          <a:solidFill>
            <a:schemeClr val="bg1"/>
          </a:solidFill>
          <a:ln>
            <a:noFill/>
          </a:ln>
          <a:effectLst/>
        </p:spPr>
        <p:txBody>
          <a:bodyPr rtlCol="0" anchor="ctr"/>
          <a:lstStyle/>
          <a:p>
            <a:pPr algn="ctr"/>
          </a:p>
        </p:txBody>
      </p:sp>
      <p:sp>
        <p:nvSpPr>
          <p:cNvPr id="14" name="TextBox 13"/>
          <p:cNvSpPr txBox="1"/>
          <p:nvPr/>
        </p:nvSpPr>
        <p:spPr>
          <a:xfrm>
            <a:off x="6448806" y="1892808"/>
            <a:ext cx="2289886"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15" name="Rectangle 14"/>
          <p:cNvSpPr/>
          <p:nvPr/>
        </p:nvSpPr>
        <p:spPr>
          <a:xfrm>
            <a:off x="6558534" y="2276856"/>
            <a:ext cx="2070430" cy="545591"/>
          </a:xfrm>
          <a:prstGeom prst="rect">
            <a:avLst/>
          </a:prstGeom>
          <a:solidFill>
            <a:schemeClr val="accent5"/>
          </a:solidFill>
          <a:ln>
            <a:noFill/>
          </a:ln>
          <a:effectLst/>
        </p:spPr>
        <p:txBody>
          <a:bodyPr rtlCol="0" anchor="ctr"/>
          <a:lstStyle/>
          <a:p>
            <a:pPr algn="ctr"/>
          </a:p>
        </p:txBody>
      </p:sp>
      <p:sp>
        <p:nvSpPr>
          <p:cNvPr id="16" name="TextBox 15"/>
          <p:cNvSpPr txBox="1"/>
          <p:nvPr/>
        </p:nvSpPr>
        <p:spPr>
          <a:xfrm>
            <a:off x="6558534" y="2276856"/>
            <a:ext cx="2070430" cy="545591"/>
          </a:xfrm>
          <a:prstGeom prst="rect">
            <a:avLst/>
          </a:prstGeom>
          <a:noFill/>
        </p:spPr>
        <p:txBody>
          <a:bodyPr wrap="square" anchor="ctr" lIns="0" rIns="0" tIns="0" bIns="0">
            <a:spAutoFit/>
          </a:bodyPr>
          <a:lstStyle/>
          <a:p>
            <a:pPr algn="ctr"/>
            <a:r>
              <a:rPr sz="1400" b="0">
                <a:solidFill>
                  <a:schemeClr val="tx1"/>
                </a:solidFill>
                <a:latin typeface="+mn-lt"/>
              </a:rPr>
              <a:t>Lorem ipsum dolor</a:t>
            </a:r>
          </a:p>
        </p:txBody>
      </p:sp>
      <p:sp>
        <p:nvSpPr>
          <p:cNvPr id="17" name="Rectangle 16"/>
          <p:cNvSpPr/>
          <p:nvPr/>
        </p:nvSpPr>
        <p:spPr>
          <a:xfrm>
            <a:off x="8914257" y="1801368"/>
            <a:ext cx="2289886" cy="1094232"/>
          </a:xfrm>
          <a:prstGeom prst="rect">
            <a:avLst/>
          </a:prstGeom>
          <a:solidFill>
            <a:schemeClr val="bg1"/>
          </a:solidFill>
          <a:ln>
            <a:noFill/>
          </a:ln>
          <a:effectLst/>
        </p:spPr>
        <p:txBody>
          <a:bodyPr rtlCol="0" anchor="ctr"/>
          <a:lstStyle/>
          <a:p>
            <a:pPr algn="ctr"/>
          </a:p>
        </p:txBody>
      </p:sp>
      <p:sp>
        <p:nvSpPr>
          <p:cNvPr id="18" name="TextBox 17"/>
          <p:cNvSpPr txBox="1"/>
          <p:nvPr/>
        </p:nvSpPr>
        <p:spPr>
          <a:xfrm>
            <a:off x="8914257" y="1892808"/>
            <a:ext cx="2289886"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19" name="Rectangle 18"/>
          <p:cNvSpPr/>
          <p:nvPr/>
        </p:nvSpPr>
        <p:spPr>
          <a:xfrm>
            <a:off x="9023985" y="2276856"/>
            <a:ext cx="2070430" cy="545591"/>
          </a:xfrm>
          <a:prstGeom prst="rect">
            <a:avLst/>
          </a:prstGeom>
          <a:solidFill>
            <a:schemeClr val="accent5"/>
          </a:solidFill>
          <a:ln>
            <a:noFill/>
          </a:ln>
          <a:effectLst/>
        </p:spPr>
        <p:txBody>
          <a:bodyPr rtlCol="0" anchor="ctr"/>
          <a:lstStyle/>
          <a:p>
            <a:pPr algn="ctr"/>
          </a:p>
        </p:txBody>
      </p:sp>
      <p:sp>
        <p:nvSpPr>
          <p:cNvPr id="20" name="TextBox 19"/>
          <p:cNvSpPr txBox="1"/>
          <p:nvPr/>
        </p:nvSpPr>
        <p:spPr>
          <a:xfrm>
            <a:off x="9023985" y="2276856"/>
            <a:ext cx="2070430" cy="545591"/>
          </a:xfrm>
          <a:prstGeom prst="rect">
            <a:avLst/>
          </a:prstGeom>
          <a:noFill/>
        </p:spPr>
        <p:txBody>
          <a:bodyPr wrap="square" anchor="ctr" lIns="0" rIns="0" tIns="0" bIns="0">
            <a:spAutoFit/>
          </a:bodyPr>
          <a:lstStyle/>
          <a:p>
            <a:pPr algn="ctr"/>
            <a:r>
              <a:rPr sz="1400" b="0">
                <a:solidFill>
                  <a:schemeClr val="tx1"/>
                </a:solidFill>
                <a:latin typeface="+mn-lt"/>
              </a:rPr>
              <a:t>Lorem ipsum dolor</a:t>
            </a:r>
          </a:p>
        </p:txBody>
      </p:sp>
      <p:sp>
        <p:nvSpPr>
          <p:cNvPr id="21" name="Rectangle 20"/>
          <p:cNvSpPr/>
          <p:nvPr/>
        </p:nvSpPr>
        <p:spPr>
          <a:xfrm>
            <a:off x="822960" y="3206496"/>
            <a:ext cx="384048" cy="1313687"/>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2</a:t>
            </a:r>
          </a:p>
        </p:txBody>
      </p:sp>
      <p:sp>
        <p:nvSpPr>
          <p:cNvPr id="22" name="Rectangle 21"/>
          <p:cNvSpPr/>
          <p:nvPr/>
        </p:nvSpPr>
        <p:spPr>
          <a:xfrm>
            <a:off x="1353312" y="3206496"/>
            <a:ext cx="10015423" cy="1313687"/>
          </a:xfrm>
          <a:prstGeom prst="rect">
            <a:avLst/>
          </a:prstGeom>
          <a:solidFill>
            <a:schemeClr val="bg2"/>
          </a:solidFill>
          <a:ln>
            <a:noFill/>
          </a:ln>
          <a:effectLst/>
        </p:spPr>
        <p:txBody>
          <a:bodyPr rtlCol="0" anchor="ctr"/>
          <a:lstStyle/>
          <a:p>
            <a:pPr algn="ctr"/>
          </a:p>
        </p:txBody>
      </p:sp>
      <p:sp>
        <p:nvSpPr>
          <p:cNvPr id="23" name="Rectangle 22"/>
          <p:cNvSpPr/>
          <p:nvPr/>
        </p:nvSpPr>
        <p:spPr>
          <a:xfrm>
            <a:off x="1517904" y="3316224"/>
            <a:ext cx="3111703" cy="1094232"/>
          </a:xfrm>
          <a:prstGeom prst="rect">
            <a:avLst/>
          </a:prstGeom>
          <a:solidFill>
            <a:schemeClr val="bg1"/>
          </a:solidFill>
          <a:ln>
            <a:noFill/>
          </a:ln>
          <a:effectLst/>
        </p:spPr>
        <p:txBody>
          <a:bodyPr rtlCol="0" anchor="ctr"/>
          <a:lstStyle/>
          <a:p>
            <a:pPr algn="ctr"/>
          </a:p>
        </p:txBody>
      </p:sp>
      <p:sp>
        <p:nvSpPr>
          <p:cNvPr id="24" name="TextBox 23"/>
          <p:cNvSpPr txBox="1"/>
          <p:nvPr/>
        </p:nvSpPr>
        <p:spPr>
          <a:xfrm>
            <a:off x="1517904" y="3407664"/>
            <a:ext cx="3111703"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25" name="Rectangle 24"/>
          <p:cNvSpPr/>
          <p:nvPr/>
        </p:nvSpPr>
        <p:spPr>
          <a:xfrm>
            <a:off x="1627631" y="3791712"/>
            <a:ext cx="2892247" cy="545591"/>
          </a:xfrm>
          <a:prstGeom prst="rect">
            <a:avLst/>
          </a:prstGeom>
          <a:solidFill>
            <a:schemeClr val="accent5"/>
          </a:solidFill>
          <a:ln>
            <a:noFill/>
          </a:ln>
          <a:effectLst/>
        </p:spPr>
        <p:txBody>
          <a:bodyPr rtlCol="0" anchor="ctr"/>
          <a:lstStyle/>
          <a:p>
            <a:pPr algn="ctr"/>
          </a:p>
        </p:txBody>
      </p:sp>
      <p:sp>
        <p:nvSpPr>
          <p:cNvPr id="26" name="TextBox 25"/>
          <p:cNvSpPr txBox="1"/>
          <p:nvPr/>
        </p:nvSpPr>
        <p:spPr>
          <a:xfrm>
            <a:off x="1627631" y="3791712"/>
            <a:ext cx="2892247" cy="545591"/>
          </a:xfrm>
          <a:prstGeom prst="rect">
            <a:avLst/>
          </a:prstGeom>
          <a:noFill/>
        </p:spPr>
        <p:txBody>
          <a:bodyPr wrap="square" anchor="ctr" lIns="0" rIns="0" tIns="0" bIns="0">
            <a:spAutoFit/>
          </a:bodyPr>
          <a:lstStyle/>
          <a:p>
            <a:pPr algn="ctr"/>
            <a:r>
              <a:rPr sz="1400" b="0">
                <a:solidFill>
                  <a:schemeClr val="tx1"/>
                </a:solidFill>
                <a:latin typeface="+mn-lt"/>
              </a:rPr>
              <a:t>Lorem ipsum dolor sit amet</a:t>
            </a:r>
          </a:p>
        </p:txBody>
      </p:sp>
      <p:sp>
        <p:nvSpPr>
          <p:cNvPr id="27" name="Rectangle 26"/>
          <p:cNvSpPr/>
          <p:nvPr/>
        </p:nvSpPr>
        <p:spPr>
          <a:xfrm>
            <a:off x="4805172" y="3316224"/>
            <a:ext cx="3111703" cy="1094232"/>
          </a:xfrm>
          <a:prstGeom prst="rect">
            <a:avLst/>
          </a:prstGeom>
          <a:solidFill>
            <a:schemeClr val="bg1"/>
          </a:solidFill>
          <a:ln>
            <a:noFill/>
          </a:ln>
          <a:effectLst/>
        </p:spPr>
        <p:txBody>
          <a:bodyPr rtlCol="0" anchor="ctr"/>
          <a:lstStyle/>
          <a:p>
            <a:pPr algn="ctr"/>
          </a:p>
        </p:txBody>
      </p:sp>
      <p:sp>
        <p:nvSpPr>
          <p:cNvPr id="28" name="TextBox 27"/>
          <p:cNvSpPr txBox="1"/>
          <p:nvPr/>
        </p:nvSpPr>
        <p:spPr>
          <a:xfrm>
            <a:off x="4805172" y="3407664"/>
            <a:ext cx="3111703"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29" name="Rectangle 28"/>
          <p:cNvSpPr/>
          <p:nvPr/>
        </p:nvSpPr>
        <p:spPr>
          <a:xfrm>
            <a:off x="4914900" y="3791712"/>
            <a:ext cx="2892247" cy="545591"/>
          </a:xfrm>
          <a:prstGeom prst="rect">
            <a:avLst/>
          </a:prstGeom>
          <a:solidFill>
            <a:schemeClr val="accent5"/>
          </a:solidFill>
          <a:ln>
            <a:noFill/>
          </a:ln>
          <a:effectLst/>
        </p:spPr>
        <p:txBody>
          <a:bodyPr rtlCol="0" anchor="ctr"/>
          <a:lstStyle/>
          <a:p>
            <a:pPr algn="ctr"/>
          </a:p>
        </p:txBody>
      </p:sp>
      <p:sp>
        <p:nvSpPr>
          <p:cNvPr id="30" name="TextBox 29"/>
          <p:cNvSpPr txBox="1"/>
          <p:nvPr/>
        </p:nvSpPr>
        <p:spPr>
          <a:xfrm>
            <a:off x="4914900" y="3791712"/>
            <a:ext cx="2892247" cy="545591"/>
          </a:xfrm>
          <a:prstGeom prst="rect">
            <a:avLst/>
          </a:prstGeom>
          <a:noFill/>
        </p:spPr>
        <p:txBody>
          <a:bodyPr wrap="square" anchor="ctr" lIns="0" rIns="0" tIns="0" bIns="0">
            <a:spAutoFit/>
          </a:bodyPr>
          <a:lstStyle/>
          <a:p>
            <a:pPr algn="ctr"/>
            <a:r>
              <a:rPr sz="1400" b="0">
                <a:solidFill>
                  <a:schemeClr val="tx1"/>
                </a:solidFill>
                <a:latin typeface="+mn-lt"/>
              </a:rPr>
              <a:t>Lorem ipsum dolor sit amet</a:t>
            </a:r>
          </a:p>
        </p:txBody>
      </p:sp>
      <p:sp>
        <p:nvSpPr>
          <p:cNvPr id="31" name="Rectangle 30"/>
          <p:cNvSpPr/>
          <p:nvPr/>
        </p:nvSpPr>
        <p:spPr>
          <a:xfrm>
            <a:off x="8092440" y="3316224"/>
            <a:ext cx="3111703" cy="1094232"/>
          </a:xfrm>
          <a:prstGeom prst="rect">
            <a:avLst/>
          </a:prstGeom>
          <a:solidFill>
            <a:schemeClr val="bg1"/>
          </a:solidFill>
          <a:ln>
            <a:noFill/>
          </a:ln>
          <a:effectLst/>
        </p:spPr>
        <p:txBody>
          <a:bodyPr rtlCol="0" anchor="ctr"/>
          <a:lstStyle/>
          <a:p>
            <a:pPr algn="ctr"/>
          </a:p>
        </p:txBody>
      </p:sp>
      <p:sp>
        <p:nvSpPr>
          <p:cNvPr id="32" name="TextBox 31"/>
          <p:cNvSpPr txBox="1"/>
          <p:nvPr/>
        </p:nvSpPr>
        <p:spPr>
          <a:xfrm>
            <a:off x="8092440" y="3407664"/>
            <a:ext cx="3111703" cy="329184"/>
          </a:xfrm>
          <a:prstGeom prst="rect">
            <a:avLst/>
          </a:prstGeom>
          <a:noFill/>
        </p:spPr>
        <p:txBody>
          <a:bodyPr wrap="square" anchor="t" lIns="0" rIns="0" tIns="0" bIns="0">
            <a:spAutoFit/>
          </a:bodyPr>
          <a:lstStyle/>
          <a:p>
            <a:pPr algn="ctr"/>
            <a:r>
              <a:rPr sz="1400" b="1">
                <a:solidFill>
                  <a:schemeClr val="tx1"/>
                </a:solidFill>
                <a:latin typeface="+mn-lt"/>
              </a:rPr>
              <a:t>Lorem Ipsum</a:t>
            </a:r>
          </a:p>
        </p:txBody>
      </p:sp>
      <p:sp>
        <p:nvSpPr>
          <p:cNvPr id="33" name="Rectangle 32"/>
          <p:cNvSpPr/>
          <p:nvPr/>
        </p:nvSpPr>
        <p:spPr>
          <a:xfrm>
            <a:off x="8202167" y="3791712"/>
            <a:ext cx="2892247" cy="545591"/>
          </a:xfrm>
          <a:prstGeom prst="rect">
            <a:avLst/>
          </a:prstGeom>
          <a:solidFill>
            <a:schemeClr val="accent5"/>
          </a:solidFill>
          <a:ln>
            <a:noFill/>
          </a:ln>
          <a:effectLst/>
        </p:spPr>
        <p:txBody>
          <a:bodyPr rtlCol="0" anchor="ctr"/>
          <a:lstStyle/>
          <a:p>
            <a:pPr algn="ctr"/>
          </a:p>
        </p:txBody>
      </p:sp>
      <p:sp>
        <p:nvSpPr>
          <p:cNvPr id="34" name="TextBox 33"/>
          <p:cNvSpPr txBox="1"/>
          <p:nvPr/>
        </p:nvSpPr>
        <p:spPr>
          <a:xfrm>
            <a:off x="8202167" y="3791712"/>
            <a:ext cx="2892247" cy="545591"/>
          </a:xfrm>
          <a:prstGeom prst="rect">
            <a:avLst/>
          </a:prstGeom>
          <a:noFill/>
        </p:spPr>
        <p:txBody>
          <a:bodyPr wrap="square" anchor="ctr" lIns="0" rIns="0" tIns="0" bIns="0">
            <a:spAutoFit/>
          </a:bodyPr>
          <a:lstStyle/>
          <a:p>
            <a:pPr algn="ctr"/>
            <a:r>
              <a:rPr sz="1400" b="0">
                <a:solidFill>
                  <a:schemeClr val="tx1"/>
                </a:solidFill>
                <a:latin typeface="+mn-lt"/>
              </a:rPr>
              <a:t>Lorem ipsum dolor sit amet</a:t>
            </a:r>
          </a:p>
        </p:txBody>
      </p:sp>
      <p:sp>
        <p:nvSpPr>
          <p:cNvPr id="35" name="Rectangle 34"/>
          <p:cNvSpPr/>
          <p:nvPr/>
        </p:nvSpPr>
        <p:spPr>
          <a:xfrm>
            <a:off x="822960" y="4721352"/>
            <a:ext cx="384048" cy="1313687"/>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3</a:t>
            </a:r>
          </a:p>
        </p:txBody>
      </p:sp>
      <p:sp>
        <p:nvSpPr>
          <p:cNvPr id="36" name="Rectangle 35"/>
          <p:cNvSpPr/>
          <p:nvPr/>
        </p:nvSpPr>
        <p:spPr>
          <a:xfrm>
            <a:off x="1353312" y="4721352"/>
            <a:ext cx="10015423" cy="1313687"/>
          </a:xfrm>
          <a:prstGeom prst="rect">
            <a:avLst/>
          </a:prstGeom>
          <a:solidFill>
            <a:schemeClr val="bg2"/>
          </a:solidFill>
          <a:ln>
            <a:noFill/>
          </a:ln>
          <a:effectLst/>
        </p:spPr>
        <p:txBody>
          <a:bodyPr rtlCol="0" anchor="ctr"/>
          <a:lstStyle/>
          <a:p>
            <a:pPr algn="ctr"/>
          </a:p>
        </p:txBody>
      </p:sp>
      <p:sp>
        <p:nvSpPr>
          <p:cNvPr id="37" name="TextBox 36"/>
          <p:cNvSpPr txBox="1"/>
          <p:nvPr/>
        </p:nvSpPr>
        <p:spPr>
          <a:xfrm>
            <a:off x="1353312" y="4721352"/>
            <a:ext cx="10015423" cy="1313687"/>
          </a:xfrm>
          <a:prstGeom prst="rect">
            <a:avLst/>
          </a:prstGeom>
          <a:noFill/>
        </p:spPr>
        <p:txBody>
          <a:bodyPr wrap="square" anchor="ctr" lIns="0" rIns="0" tIns="0" bIns="0">
            <a:spAutoFit/>
          </a:bodyPr>
          <a:lstStyle/>
          <a:p>
            <a:pPr algn="ctr"/>
            <a:r>
              <a:rPr sz="1800" b="1">
                <a:solidFill>
                  <a:schemeClr val="tx1"/>
                </a:solidFill>
                <a:latin typeface="+mn-lt"/>
              </a:rPr>
              <a:t>Lorem ipsum dolor sit amet consectetur adipiscing elit sed do eiusmod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4851056" cy="1783080"/>
          </a:xfrm>
          <a:prstGeom prst="rect">
            <a:avLst/>
          </a:prstGeom>
          <a:noFill/>
        </p:spPr>
        <p:txBody>
          <a:bodyPr wrap="square" anchor="t" lIns="0" rIns="0" tIns="0" bIns="0">
            <a:spAutoFit/>
          </a:bodyPr>
          <a:lstStyle/>
          <a:p>
            <a:pPr algn="l"/>
            <a:r>
              <a:rPr sz="3200" b="1">
                <a:solidFill>
                  <a:schemeClr val="tx1"/>
                </a:solidFill>
                <a:latin typeface="+mj-lt"/>
              </a:rPr>
              <a:t>Lorem Ipsum</a:t>
            </a:r>
          </a:p>
          <a:p>
            <a:pPr algn="l"/>
            <a:r>
              <a:rPr sz="3200" b="1">
                <a:solidFill>
                  <a:schemeClr val="tx1"/>
                </a:solidFill>
                <a:latin typeface="+mj-lt"/>
              </a:rPr>
              <a:t>Lorem Ipsum</a:t>
            </a:r>
          </a:p>
          <a:p>
            <a:pPr algn="l"/>
            <a:r>
              <a:rPr sz="3200" b="1">
                <a:solidFill>
                  <a:schemeClr val="tx1"/>
                </a:solidFill>
                <a:latin typeface="+mj-lt"/>
              </a:rPr>
              <a:t>Lorem Ipsum</a:t>
            </a:r>
          </a:p>
        </p:txBody>
      </p:sp>
      <p:sp>
        <p:nvSpPr>
          <p:cNvPr id="3" name="Rectangle 2"/>
          <p:cNvSpPr/>
          <p:nvPr/>
        </p:nvSpPr>
        <p:spPr>
          <a:xfrm>
            <a:off x="822960" y="2971800"/>
            <a:ext cx="1480468" cy="1234440"/>
          </a:xfrm>
          <a:prstGeom prst="rect">
            <a:avLst/>
          </a:prstGeom>
          <a:solidFill>
            <a:schemeClr val="bg2"/>
          </a:solidFill>
          <a:ln>
            <a:noFill/>
          </a:ln>
          <a:effectLst/>
        </p:spPr>
        <p:txBody>
          <a:bodyPr rtlCol="0" anchor="ctr"/>
          <a:lstStyle/>
          <a:p>
            <a:pPr algn="ctr"/>
          </a:p>
        </p:txBody>
      </p:sp>
      <p:sp>
        <p:nvSpPr>
          <p:cNvPr id="4" name="TextBox 3"/>
          <p:cNvSpPr txBox="1"/>
          <p:nvPr/>
        </p:nvSpPr>
        <p:spPr>
          <a:xfrm>
            <a:off x="822960" y="3136392"/>
            <a:ext cx="1480468" cy="310896"/>
          </a:xfrm>
          <a:prstGeom prst="rect">
            <a:avLst/>
          </a:prstGeom>
          <a:noFill/>
        </p:spPr>
        <p:txBody>
          <a:bodyPr wrap="square" anchor="t" lIns="0" rIns="0" tIns="0" bIns="0">
            <a:spAutoFit/>
          </a:bodyPr>
          <a:lstStyle/>
          <a:p>
            <a:pPr algn="ctr"/>
            <a:r>
              <a:rPr sz="1400" b="0">
                <a:solidFill>
                  <a:schemeClr val="tx1"/>
                </a:solidFill>
                <a:latin typeface="+mn-lt"/>
              </a:rPr>
              <a:t>Lorem</a:t>
            </a:r>
          </a:p>
        </p:txBody>
      </p:sp>
      <p:sp>
        <p:nvSpPr>
          <p:cNvPr id="5" name="TextBox 4"/>
          <p:cNvSpPr txBox="1"/>
          <p:nvPr/>
        </p:nvSpPr>
        <p:spPr>
          <a:xfrm>
            <a:off x="822960" y="3447288"/>
            <a:ext cx="1480468" cy="713232"/>
          </a:xfrm>
          <a:prstGeom prst="rect">
            <a:avLst/>
          </a:prstGeom>
          <a:noFill/>
        </p:spPr>
        <p:txBody>
          <a:bodyPr wrap="square" anchor="t" lIns="0" rIns="0" tIns="0" bIns="0">
            <a:spAutoFit/>
          </a:bodyPr>
          <a:lstStyle/>
          <a:p>
            <a:pPr algn="ctr"/>
            <a:r>
              <a:rPr sz="4000" b="1">
                <a:solidFill>
                  <a:schemeClr val="accent1"/>
                </a:solidFill>
                <a:latin typeface="+mj-lt"/>
              </a:rPr>
              <a:t>000</a:t>
            </a:r>
          </a:p>
        </p:txBody>
      </p:sp>
      <p:sp>
        <p:nvSpPr>
          <p:cNvPr id="6" name="Rectangle 5"/>
          <p:cNvSpPr/>
          <p:nvPr/>
        </p:nvSpPr>
        <p:spPr>
          <a:xfrm>
            <a:off x="2508254" y="2971800"/>
            <a:ext cx="1480468" cy="1234440"/>
          </a:xfrm>
          <a:prstGeom prst="rect">
            <a:avLst/>
          </a:prstGeom>
          <a:solidFill>
            <a:schemeClr val="bg2"/>
          </a:solidFill>
          <a:ln>
            <a:noFill/>
          </a:ln>
          <a:effectLst/>
        </p:spPr>
        <p:txBody>
          <a:bodyPr rtlCol="0" anchor="ctr"/>
          <a:lstStyle/>
          <a:p>
            <a:pPr algn="ctr"/>
          </a:p>
        </p:txBody>
      </p:sp>
      <p:sp>
        <p:nvSpPr>
          <p:cNvPr id="7" name="TextBox 6"/>
          <p:cNvSpPr txBox="1"/>
          <p:nvPr/>
        </p:nvSpPr>
        <p:spPr>
          <a:xfrm>
            <a:off x="2508254" y="3136392"/>
            <a:ext cx="1480468" cy="310896"/>
          </a:xfrm>
          <a:prstGeom prst="rect">
            <a:avLst/>
          </a:prstGeom>
          <a:noFill/>
        </p:spPr>
        <p:txBody>
          <a:bodyPr wrap="square" anchor="t" lIns="0" rIns="0" tIns="0" bIns="0">
            <a:spAutoFit/>
          </a:bodyPr>
          <a:lstStyle/>
          <a:p>
            <a:pPr algn="ctr"/>
            <a:r>
              <a:rPr sz="1400" b="0">
                <a:solidFill>
                  <a:schemeClr val="tx1"/>
                </a:solidFill>
                <a:latin typeface="+mn-lt"/>
              </a:rPr>
              <a:t>Lorem</a:t>
            </a:r>
          </a:p>
        </p:txBody>
      </p:sp>
      <p:sp>
        <p:nvSpPr>
          <p:cNvPr id="8" name="TextBox 7"/>
          <p:cNvSpPr txBox="1"/>
          <p:nvPr/>
        </p:nvSpPr>
        <p:spPr>
          <a:xfrm>
            <a:off x="2508254" y="3447288"/>
            <a:ext cx="1480468" cy="713232"/>
          </a:xfrm>
          <a:prstGeom prst="rect">
            <a:avLst/>
          </a:prstGeom>
          <a:noFill/>
        </p:spPr>
        <p:txBody>
          <a:bodyPr wrap="square" anchor="t" lIns="0" rIns="0" tIns="0" bIns="0">
            <a:spAutoFit/>
          </a:bodyPr>
          <a:lstStyle/>
          <a:p>
            <a:pPr algn="ctr"/>
            <a:r>
              <a:rPr sz="4000" b="1">
                <a:solidFill>
                  <a:schemeClr val="accent1"/>
                </a:solidFill>
                <a:latin typeface="+mj-lt"/>
              </a:rPr>
              <a:t>000</a:t>
            </a:r>
          </a:p>
        </p:txBody>
      </p:sp>
      <p:sp>
        <p:nvSpPr>
          <p:cNvPr id="9" name="Rectangle 8"/>
          <p:cNvSpPr/>
          <p:nvPr/>
        </p:nvSpPr>
        <p:spPr>
          <a:xfrm>
            <a:off x="4193548" y="2971800"/>
            <a:ext cx="1480468" cy="1234440"/>
          </a:xfrm>
          <a:prstGeom prst="rect">
            <a:avLst/>
          </a:prstGeom>
          <a:solidFill>
            <a:schemeClr val="bg2"/>
          </a:solidFill>
          <a:ln>
            <a:noFill/>
          </a:ln>
          <a:effectLst/>
        </p:spPr>
        <p:txBody>
          <a:bodyPr rtlCol="0" anchor="ctr"/>
          <a:lstStyle/>
          <a:p>
            <a:pPr algn="ctr"/>
          </a:p>
        </p:txBody>
      </p:sp>
      <p:sp>
        <p:nvSpPr>
          <p:cNvPr id="10" name="TextBox 9"/>
          <p:cNvSpPr txBox="1"/>
          <p:nvPr/>
        </p:nvSpPr>
        <p:spPr>
          <a:xfrm>
            <a:off x="4193548" y="3136392"/>
            <a:ext cx="1480468" cy="310896"/>
          </a:xfrm>
          <a:prstGeom prst="rect">
            <a:avLst/>
          </a:prstGeom>
          <a:noFill/>
        </p:spPr>
        <p:txBody>
          <a:bodyPr wrap="square" anchor="t" lIns="0" rIns="0" tIns="0" bIns="0">
            <a:spAutoFit/>
          </a:bodyPr>
          <a:lstStyle/>
          <a:p>
            <a:pPr algn="ctr"/>
            <a:r>
              <a:rPr sz="1400" b="0">
                <a:solidFill>
                  <a:schemeClr val="tx1"/>
                </a:solidFill>
                <a:latin typeface="+mn-lt"/>
              </a:rPr>
              <a:t>Lorem</a:t>
            </a:r>
          </a:p>
        </p:txBody>
      </p:sp>
      <p:sp>
        <p:nvSpPr>
          <p:cNvPr id="11" name="TextBox 10"/>
          <p:cNvSpPr txBox="1"/>
          <p:nvPr/>
        </p:nvSpPr>
        <p:spPr>
          <a:xfrm>
            <a:off x="4193548" y="3447288"/>
            <a:ext cx="1480468" cy="713232"/>
          </a:xfrm>
          <a:prstGeom prst="rect">
            <a:avLst/>
          </a:prstGeom>
          <a:noFill/>
        </p:spPr>
        <p:txBody>
          <a:bodyPr wrap="square" anchor="t" lIns="0" rIns="0" tIns="0" bIns="0">
            <a:spAutoFit/>
          </a:bodyPr>
          <a:lstStyle/>
          <a:p>
            <a:pPr algn="ctr"/>
            <a:r>
              <a:rPr sz="4000" b="1">
                <a:solidFill>
                  <a:schemeClr val="accent1"/>
                </a:solidFill>
                <a:latin typeface="+mj-lt"/>
              </a:rPr>
              <a:t>000</a:t>
            </a:r>
          </a:p>
        </p:txBody>
      </p:sp>
      <p:sp>
        <p:nvSpPr>
          <p:cNvPr id="12" name="Rectangle 11"/>
          <p:cNvSpPr/>
          <p:nvPr/>
        </p:nvSpPr>
        <p:spPr>
          <a:xfrm>
            <a:off x="5966624" y="822960"/>
            <a:ext cx="5402110" cy="521208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or map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822960" y="1965960"/>
            <a:ext cx="4623663" cy="1933956"/>
          </a:xfrm>
          <a:prstGeom prst="rect">
            <a:avLst/>
          </a:prstGeom>
          <a:solidFill>
            <a:schemeClr val="accent5"/>
          </a:solidFill>
          <a:ln>
            <a:noFill/>
          </a:ln>
          <a:effectLst/>
        </p:spPr>
        <p:txBody>
          <a:bodyPr rtlCol="0" anchor="ctr"/>
          <a:lstStyle/>
          <a:p>
            <a:pPr algn="ctr"/>
          </a:p>
        </p:txBody>
      </p:sp>
      <p:sp>
        <p:nvSpPr>
          <p:cNvPr id="4" name="TextBox 3"/>
          <p:cNvSpPr txBox="1"/>
          <p:nvPr/>
        </p:nvSpPr>
        <p:spPr>
          <a:xfrm>
            <a:off x="4577943" y="2075688"/>
            <a:ext cx="777240" cy="868680"/>
          </a:xfrm>
          <a:prstGeom prst="rect">
            <a:avLst/>
          </a:prstGeom>
          <a:noFill/>
        </p:spPr>
        <p:txBody>
          <a:bodyPr wrap="square" anchor="t" lIns="0" rIns="0" tIns="0" bIns="0">
            <a:spAutoFit/>
          </a:bodyPr>
          <a:lstStyle/>
          <a:p>
            <a:pPr algn="r"/>
            <a:r>
              <a:rPr sz="4600" b="1">
                <a:solidFill>
                  <a:schemeClr val="accent3"/>
                </a:solidFill>
                <a:latin typeface="+mj-lt"/>
              </a:rPr>
              <a:t>1</a:t>
            </a:r>
          </a:p>
        </p:txBody>
      </p:sp>
      <p:sp>
        <p:nvSpPr>
          <p:cNvPr id="5" name="TextBox 4"/>
          <p:cNvSpPr txBox="1"/>
          <p:nvPr/>
        </p:nvSpPr>
        <p:spPr>
          <a:xfrm>
            <a:off x="987552" y="2112264"/>
            <a:ext cx="3572103"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6" name="TextBox 5"/>
          <p:cNvSpPr txBox="1"/>
          <p:nvPr/>
        </p:nvSpPr>
        <p:spPr>
          <a:xfrm>
            <a:off x="1188720" y="2569464"/>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7" name="TextBox 6"/>
          <p:cNvSpPr txBox="1"/>
          <p:nvPr/>
        </p:nvSpPr>
        <p:spPr>
          <a:xfrm>
            <a:off x="1188720" y="2953512"/>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8" name="TextBox 7"/>
          <p:cNvSpPr txBox="1"/>
          <p:nvPr/>
        </p:nvSpPr>
        <p:spPr>
          <a:xfrm>
            <a:off x="1188720" y="3337560"/>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9" name="Rectangle 8"/>
          <p:cNvSpPr/>
          <p:nvPr/>
        </p:nvSpPr>
        <p:spPr>
          <a:xfrm>
            <a:off x="6745071" y="1965960"/>
            <a:ext cx="4623663" cy="1933956"/>
          </a:xfrm>
          <a:prstGeom prst="rect">
            <a:avLst/>
          </a:prstGeom>
          <a:solidFill>
            <a:schemeClr val="accent1"/>
          </a:solidFill>
          <a:ln>
            <a:noFill/>
          </a:ln>
          <a:effectLst/>
        </p:spPr>
        <p:txBody>
          <a:bodyPr rtlCol="0" anchor="ctr"/>
          <a:lstStyle/>
          <a:p>
            <a:pPr algn="ctr"/>
          </a:p>
        </p:txBody>
      </p:sp>
      <p:sp>
        <p:nvSpPr>
          <p:cNvPr id="10" name="TextBox 9"/>
          <p:cNvSpPr txBox="1"/>
          <p:nvPr/>
        </p:nvSpPr>
        <p:spPr>
          <a:xfrm>
            <a:off x="10500055" y="2075688"/>
            <a:ext cx="777240" cy="868680"/>
          </a:xfrm>
          <a:prstGeom prst="rect">
            <a:avLst/>
          </a:prstGeom>
          <a:noFill/>
        </p:spPr>
        <p:txBody>
          <a:bodyPr wrap="square" anchor="t" lIns="0" rIns="0" tIns="0" bIns="0">
            <a:spAutoFit/>
          </a:bodyPr>
          <a:lstStyle/>
          <a:p>
            <a:pPr algn="r"/>
            <a:r>
              <a:rPr sz="4600" b="1">
                <a:solidFill>
                  <a:schemeClr val="bg1"/>
                </a:solidFill>
                <a:latin typeface="+mj-lt"/>
              </a:rPr>
              <a:t>2</a:t>
            </a:r>
          </a:p>
        </p:txBody>
      </p:sp>
      <p:sp>
        <p:nvSpPr>
          <p:cNvPr id="11" name="TextBox 10"/>
          <p:cNvSpPr txBox="1"/>
          <p:nvPr/>
        </p:nvSpPr>
        <p:spPr>
          <a:xfrm>
            <a:off x="6909663" y="2112264"/>
            <a:ext cx="3572103" cy="384048"/>
          </a:xfrm>
          <a:prstGeom prst="rect">
            <a:avLst/>
          </a:prstGeom>
          <a:noFill/>
        </p:spPr>
        <p:txBody>
          <a:bodyPr wrap="square" anchor="t" lIns="0" rIns="0" tIns="0" bIns="0">
            <a:spAutoFit/>
          </a:bodyPr>
          <a:lstStyle/>
          <a:p>
            <a:pPr algn="l"/>
            <a:r>
              <a:rPr sz="1800" b="1">
                <a:solidFill>
                  <a:schemeClr val="bg1"/>
                </a:solidFill>
                <a:latin typeface="+mn-lt"/>
              </a:rPr>
              <a:t>Lorem Ipsum</a:t>
            </a:r>
          </a:p>
        </p:txBody>
      </p:sp>
      <p:sp>
        <p:nvSpPr>
          <p:cNvPr id="12" name="TextBox 11"/>
          <p:cNvSpPr txBox="1"/>
          <p:nvPr/>
        </p:nvSpPr>
        <p:spPr>
          <a:xfrm>
            <a:off x="7110831" y="2569464"/>
            <a:ext cx="4184751" cy="365760"/>
          </a:xfrm>
          <a:prstGeom prst="rect">
            <a:avLst/>
          </a:prstGeom>
          <a:noFill/>
        </p:spPr>
        <p:txBody>
          <a:bodyPr wrap="square" anchor="t" lIns="0" rIns="0" tIns="0" bIns="0">
            <a:spAutoFit/>
          </a:bodyPr>
          <a:lstStyle/>
          <a:p>
            <a:pPr algn="l"/>
            <a:r>
              <a:rPr sz="1400" b="0">
                <a:solidFill>
                  <a:schemeClr val="bg1"/>
                </a:solidFill>
                <a:latin typeface="+mn-lt"/>
              </a:rPr>
              <a:t>Lorem ipsum dolor sit amet consectetur</a:t>
            </a:r>
          </a:p>
        </p:txBody>
      </p:sp>
      <p:sp>
        <p:nvSpPr>
          <p:cNvPr id="13" name="TextBox 12"/>
          <p:cNvSpPr txBox="1"/>
          <p:nvPr/>
        </p:nvSpPr>
        <p:spPr>
          <a:xfrm>
            <a:off x="7110831" y="2953512"/>
            <a:ext cx="4184751" cy="365760"/>
          </a:xfrm>
          <a:prstGeom prst="rect">
            <a:avLst/>
          </a:prstGeom>
          <a:noFill/>
        </p:spPr>
        <p:txBody>
          <a:bodyPr wrap="square" anchor="t" lIns="0" rIns="0" tIns="0" bIns="0">
            <a:spAutoFit/>
          </a:bodyPr>
          <a:lstStyle/>
          <a:p>
            <a:pPr algn="l"/>
            <a:r>
              <a:rPr sz="1400" b="0">
                <a:solidFill>
                  <a:schemeClr val="bg1"/>
                </a:solidFill>
                <a:latin typeface="+mn-lt"/>
              </a:rPr>
              <a:t>Lorem ipsum dolor sit amet consectetur</a:t>
            </a:r>
          </a:p>
        </p:txBody>
      </p:sp>
      <p:sp>
        <p:nvSpPr>
          <p:cNvPr id="14" name="TextBox 13"/>
          <p:cNvSpPr txBox="1"/>
          <p:nvPr/>
        </p:nvSpPr>
        <p:spPr>
          <a:xfrm>
            <a:off x="7110831" y="3337560"/>
            <a:ext cx="4184751" cy="365760"/>
          </a:xfrm>
          <a:prstGeom prst="rect">
            <a:avLst/>
          </a:prstGeom>
          <a:noFill/>
        </p:spPr>
        <p:txBody>
          <a:bodyPr wrap="square" anchor="t" lIns="0" rIns="0" tIns="0" bIns="0">
            <a:spAutoFit/>
          </a:bodyPr>
          <a:lstStyle/>
          <a:p>
            <a:pPr algn="l"/>
            <a:r>
              <a:rPr sz="1400" b="0">
                <a:solidFill>
                  <a:schemeClr val="bg1"/>
                </a:solidFill>
                <a:latin typeface="+mn-lt"/>
              </a:rPr>
              <a:t>Lorem ipsum dolor sit amet consectetur</a:t>
            </a:r>
          </a:p>
        </p:txBody>
      </p:sp>
      <p:sp>
        <p:nvSpPr>
          <p:cNvPr id="15" name="Rectangle 14"/>
          <p:cNvSpPr/>
          <p:nvPr/>
        </p:nvSpPr>
        <p:spPr>
          <a:xfrm>
            <a:off x="6242151" y="4101084"/>
            <a:ext cx="4623663" cy="1933956"/>
          </a:xfrm>
          <a:prstGeom prst="rect">
            <a:avLst/>
          </a:prstGeom>
          <a:solidFill>
            <a:schemeClr val="accent4"/>
          </a:solidFill>
          <a:ln>
            <a:noFill/>
          </a:ln>
          <a:effectLst/>
        </p:spPr>
        <p:txBody>
          <a:bodyPr rtlCol="0" anchor="ctr"/>
          <a:lstStyle/>
          <a:p>
            <a:pPr algn="ctr"/>
          </a:p>
        </p:txBody>
      </p:sp>
      <p:sp>
        <p:nvSpPr>
          <p:cNvPr id="16" name="TextBox 15"/>
          <p:cNvSpPr txBox="1"/>
          <p:nvPr/>
        </p:nvSpPr>
        <p:spPr>
          <a:xfrm>
            <a:off x="9997135" y="4210812"/>
            <a:ext cx="777240" cy="868680"/>
          </a:xfrm>
          <a:prstGeom prst="rect">
            <a:avLst/>
          </a:prstGeom>
          <a:noFill/>
        </p:spPr>
        <p:txBody>
          <a:bodyPr wrap="square" anchor="t" lIns="0" rIns="0" tIns="0" bIns="0">
            <a:spAutoFit/>
          </a:bodyPr>
          <a:lstStyle/>
          <a:p>
            <a:pPr algn="r"/>
            <a:r>
              <a:rPr sz="4600" b="1">
                <a:solidFill>
                  <a:schemeClr val="accent3"/>
                </a:solidFill>
                <a:latin typeface="+mj-lt"/>
              </a:rPr>
              <a:t>3</a:t>
            </a:r>
          </a:p>
        </p:txBody>
      </p:sp>
      <p:sp>
        <p:nvSpPr>
          <p:cNvPr id="17" name="TextBox 16"/>
          <p:cNvSpPr txBox="1"/>
          <p:nvPr/>
        </p:nvSpPr>
        <p:spPr>
          <a:xfrm>
            <a:off x="6406743" y="4247388"/>
            <a:ext cx="3572103"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8" name="TextBox 17"/>
          <p:cNvSpPr txBox="1"/>
          <p:nvPr/>
        </p:nvSpPr>
        <p:spPr>
          <a:xfrm>
            <a:off x="6607911" y="4704588"/>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19" name="TextBox 18"/>
          <p:cNvSpPr txBox="1"/>
          <p:nvPr/>
        </p:nvSpPr>
        <p:spPr>
          <a:xfrm>
            <a:off x="6607911" y="5088636"/>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20" name="TextBox 19"/>
          <p:cNvSpPr txBox="1"/>
          <p:nvPr/>
        </p:nvSpPr>
        <p:spPr>
          <a:xfrm>
            <a:off x="6607911" y="5472684"/>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21" name="Rectangle 20"/>
          <p:cNvSpPr/>
          <p:nvPr/>
        </p:nvSpPr>
        <p:spPr>
          <a:xfrm>
            <a:off x="1325880" y="4101084"/>
            <a:ext cx="4623663" cy="1933956"/>
          </a:xfrm>
          <a:prstGeom prst="rect">
            <a:avLst/>
          </a:prstGeom>
          <a:solidFill>
            <a:schemeClr val="accent2"/>
          </a:solidFill>
          <a:ln>
            <a:noFill/>
          </a:ln>
          <a:effectLst/>
        </p:spPr>
        <p:txBody>
          <a:bodyPr rtlCol="0" anchor="ctr"/>
          <a:lstStyle/>
          <a:p>
            <a:pPr algn="ctr"/>
          </a:p>
        </p:txBody>
      </p:sp>
      <p:sp>
        <p:nvSpPr>
          <p:cNvPr id="22" name="TextBox 21"/>
          <p:cNvSpPr txBox="1"/>
          <p:nvPr/>
        </p:nvSpPr>
        <p:spPr>
          <a:xfrm>
            <a:off x="5080863" y="4210812"/>
            <a:ext cx="777240" cy="868680"/>
          </a:xfrm>
          <a:prstGeom prst="rect">
            <a:avLst/>
          </a:prstGeom>
          <a:noFill/>
        </p:spPr>
        <p:txBody>
          <a:bodyPr wrap="square" anchor="t" lIns="0" rIns="0" tIns="0" bIns="0">
            <a:spAutoFit/>
          </a:bodyPr>
          <a:lstStyle/>
          <a:p>
            <a:pPr algn="r"/>
            <a:r>
              <a:rPr sz="4600" b="1">
                <a:solidFill>
                  <a:schemeClr val="accent3"/>
                </a:solidFill>
                <a:latin typeface="+mj-lt"/>
              </a:rPr>
              <a:t>4</a:t>
            </a:r>
          </a:p>
        </p:txBody>
      </p:sp>
      <p:sp>
        <p:nvSpPr>
          <p:cNvPr id="23" name="TextBox 22"/>
          <p:cNvSpPr txBox="1"/>
          <p:nvPr/>
        </p:nvSpPr>
        <p:spPr>
          <a:xfrm>
            <a:off x="1490472" y="4247388"/>
            <a:ext cx="3572103"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24" name="TextBox 23"/>
          <p:cNvSpPr txBox="1"/>
          <p:nvPr/>
        </p:nvSpPr>
        <p:spPr>
          <a:xfrm>
            <a:off x="1691640" y="4704588"/>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25" name="TextBox 24"/>
          <p:cNvSpPr txBox="1"/>
          <p:nvPr/>
        </p:nvSpPr>
        <p:spPr>
          <a:xfrm>
            <a:off x="1691640" y="5088636"/>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
        <p:nvSpPr>
          <p:cNvPr id="26" name="TextBox 25"/>
          <p:cNvSpPr txBox="1"/>
          <p:nvPr/>
        </p:nvSpPr>
        <p:spPr>
          <a:xfrm>
            <a:off x="1691640" y="5472684"/>
            <a:ext cx="4184751" cy="365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TextBox 2"/>
          <p:cNvSpPr txBox="1"/>
          <p:nvPr/>
        </p:nvSpPr>
        <p:spPr>
          <a:xfrm>
            <a:off x="822960" y="1691640"/>
            <a:ext cx="6824167"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4" name="TextBox 3"/>
          <p:cNvSpPr txBox="1"/>
          <p:nvPr/>
        </p:nvSpPr>
        <p:spPr>
          <a:xfrm>
            <a:off x="822960" y="2148840"/>
            <a:ext cx="6824167" cy="1051560"/>
          </a:xfrm>
          <a:prstGeom prst="rect">
            <a:avLst/>
          </a:prstGeom>
          <a:noFill/>
        </p:spPr>
        <p:txBody>
          <a:bodyPr wrap="square" anchor="t" lIns="0" rIns="0" tIns="0" bIns="0">
            <a:spAutoFit/>
          </a:bodyPr>
          <a:lstStyle/>
          <a:p>
            <a:pPr algn="l"/>
            <a:r>
              <a:rPr sz="2000" b="0">
                <a:solidFill>
                  <a:schemeClr val="tx1"/>
                </a:solidFill>
                <a:latin typeface="+mn-lt"/>
              </a:rPr>
              <a:t>Lorem ipsum dolor sit amet consectetur adipiscing elit sed do eiusmod tempor incididunt ut labore et</a:t>
            </a:r>
          </a:p>
        </p:txBody>
      </p:sp>
      <p:sp>
        <p:nvSpPr>
          <p:cNvPr id="5" name="TextBox 4"/>
          <p:cNvSpPr txBox="1"/>
          <p:nvPr/>
        </p:nvSpPr>
        <p:spPr>
          <a:xfrm>
            <a:off x="822960" y="3383280"/>
            <a:ext cx="6824167" cy="26517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lorem ipsum dolor sit amet consectetur adipiscing elit sed do eiusmod tempor incididunt ut labore et dolore magna aliqua ut enim ad minim veniam quis nostrud exercitation ullamco</a:t>
            </a:r>
          </a:p>
        </p:txBody>
      </p:sp>
      <p:sp>
        <p:nvSpPr>
          <p:cNvPr id="6" name="Rectangle 5"/>
          <p:cNvSpPr/>
          <p:nvPr/>
        </p:nvSpPr>
        <p:spPr>
          <a:xfrm>
            <a:off x="7939735" y="1691640"/>
            <a:ext cx="3429000" cy="4343400"/>
          </a:xfrm>
          <a:prstGeom prst="rect">
            <a:avLst/>
          </a:prstGeom>
          <a:solidFill>
            <a:schemeClr val="bg2"/>
          </a:solidFill>
          <a:ln>
            <a:noFill/>
          </a:ln>
          <a:effectLst/>
        </p:spPr>
        <p:txBody>
          <a:bodyPr rtlCol="0" anchor="ctr"/>
          <a:lstStyle/>
          <a:p>
            <a:pPr algn="ctr"/>
          </a:p>
        </p:txBody>
      </p:sp>
      <p:sp>
        <p:nvSpPr>
          <p:cNvPr id="7" name="TextBox 6"/>
          <p:cNvSpPr txBox="1"/>
          <p:nvPr/>
        </p:nvSpPr>
        <p:spPr>
          <a:xfrm>
            <a:off x="8104327" y="1892808"/>
            <a:ext cx="3099816" cy="292608"/>
          </a:xfrm>
          <a:prstGeom prst="rect">
            <a:avLst/>
          </a:prstGeom>
          <a:noFill/>
        </p:spPr>
        <p:txBody>
          <a:bodyPr wrap="square" anchor="t" lIns="0" rIns="0" tIns="0" bIns="0">
            <a:spAutoFit/>
          </a:bodyPr>
          <a:lstStyle/>
          <a:p>
            <a:pPr algn="l"/>
            <a:r>
              <a:rPr sz="1400" b="1">
                <a:solidFill>
                  <a:schemeClr val="accent2"/>
                </a:solidFill>
                <a:latin typeface="+mn-lt"/>
              </a:rPr>
              <a:t>Lorem</a:t>
            </a:r>
          </a:p>
        </p:txBody>
      </p:sp>
      <p:sp>
        <p:nvSpPr>
          <p:cNvPr id="8" name="TextBox 7"/>
          <p:cNvSpPr txBox="1"/>
          <p:nvPr/>
        </p:nvSpPr>
        <p:spPr>
          <a:xfrm>
            <a:off x="8104327" y="2221992"/>
            <a:ext cx="3099816"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9" name="Rectangle 8"/>
          <p:cNvSpPr/>
          <p:nvPr/>
        </p:nvSpPr>
        <p:spPr>
          <a:xfrm>
            <a:off x="8104327" y="2777490"/>
            <a:ext cx="3099816" cy="18288"/>
          </a:xfrm>
          <a:prstGeom prst="rect">
            <a:avLst/>
          </a:prstGeom>
          <a:solidFill>
            <a:schemeClr val="accent4"/>
          </a:solidFill>
          <a:ln>
            <a:noFill/>
          </a:ln>
          <a:effectLst/>
        </p:spPr>
        <p:txBody>
          <a:bodyPr rtlCol="0" anchor="ctr"/>
          <a:lstStyle/>
          <a:p>
            <a:pPr algn="ctr"/>
          </a:p>
        </p:txBody>
      </p:sp>
      <p:sp>
        <p:nvSpPr>
          <p:cNvPr id="10" name="TextBox 9"/>
          <p:cNvSpPr txBox="1"/>
          <p:nvPr/>
        </p:nvSpPr>
        <p:spPr>
          <a:xfrm>
            <a:off x="8104327" y="2923794"/>
            <a:ext cx="3099816" cy="292608"/>
          </a:xfrm>
          <a:prstGeom prst="rect">
            <a:avLst/>
          </a:prstGeom>
          <a:noFill/>
        </p:spPr>
        <p:txBody>
          <a:bodyPr wrap="square" anchor="t" lIns="0" rIns="0" tIns="0" bIns="0">
            <a:spAutoFit/>
          </a:bodyPr>
          <a:lstStyle/>
          <a:p>
            <a:pPr algn="l"/>
            <a:r>
              <a:rPr sz="1400" b="1">
                <a:solidFill>
                  <a:schemeClr val="accent2"/>
                </a:solidFill>
                <a:latin typeface="+mn-lt"/>
              </a:rPr>
              <a:t>Lorem</a:t>
            </a:r>
          </a:p>
        </p:txBody>
      </p:sp>
      <p:sp>
        <p:nvSpPr>
          <p:cNvPr id="11" name="TextBox 10"/>
          <p:cNvSpPr txBox="1"/>
          <p:nvPr/>
        </p:nvSpPr>
        <p:spPr>
          <a:xfrm>
            <a:off x="8104327" y="3252978"/>
            <a:ext cx="3099816"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2" name="Rectangle 11"/>
          <p:cNvSpPr/>
          <p:nvPr/>
        </p:nvSpPr>
        <p:spPr>
          <a:xfrm>
            <a:off x="8104327" y="3808476"/>
            <a:ext cx="3099816" cy="18288"/>
          </a:xfrm>
          <a:prstGeom prst="rect">
            <a:avLst/>
          </a:prstGeom>
          <a:solidFill>
            <a:schemeClr val="accent4"/>
          </a:solidFill>
          <a:ln>
            <a:noFill/>
          </a:ln>
          <a:effectLst/>
        </p:spPr>
        <p:txBody>
          <a:bodyPr rtlCol="0" anchor="ctr"/>
          <a:lstStyle/>
          <a:p>
            <a:pPr algn="ctr"/>
          </a:p>
        </p:txBody>
      </p:sp>
      <p:sp>
        <p:nvSpPr>
          <p:cNvPr id="13" name="TextBox 12"/>
          <p:cNvSpPr txBox="1"/>
          <p:nvPr/>
        </p:nvSpPr>
        <p:spPr>
          <a:xfrm>
            <a:off x="8104327" y="3954779"/>
            <a:ext cx="3099816" cy="292608"/>
          </a:xfrm>
          <a:prstGeom prst="rect">
            <a:avLst/>
          </a:prstGeom>
          <a:noFill/>
        </p:spPr>
        <p:txBody>
          <a:bodyPr wrap="square" anchor="t" lIns="0" rIns="0" tIns="0" bIns="0">
            <a:spAutoFit/>
          </a:bodyPr>
          <a:lstStyle/>
          <a:p>
            <a:pPr algn="l"/>
            <a:r>
              <a:rPr sz="1400" b="1">
                <a:solidFill>
                  <a:schemeClr val="accent2"/>
                </a:solidFill>
                <a:latin typeface="+mn-lt"/>
              </a:rPr>
              <a:t>Lorem</a:t>
            </a:r>
          </a:p>
        </p:txBody>
      </p:sp>
      <p:sp>
        <p:nvSpPr>
          <p:cNvPr id="14" name="TextBox 13"/>
          <p:cNvSpPr txBox="1"/>
          <p:nvPr/>
        </p:nvSpPr>
        <p:spPr>
          <a:xfrm>
            <a:off x="8104327" y="4283964"/>
            <a:ext cx="3099816"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5" name="Rectangle 14"/>
          <p:cNvSpPr/>
          <p:nvPr/>
        </p:nvSpPr>
        <p:spPr>
          <a:xfrm>
            <a:off x="8104327" y="4839462"/>
            <a:ext cx="3099816" cy="18288"/>
          </a:xfrm>
          <a:prstGeom prst="rect">
            <a:avLst/>
          </a:prstGeom>
          <a:solidFill>
            <a:schemeClr val="accent4"/>
          </a:solidFill>
          <a:ln>
            <a:noFill/>
          </a:ln>
          <a:effectLst/>
        </p:spPr>
        <p:txBody>
          <a:bodyPr rtlCol="0" anchor="ctr"/>
          <a:lstStyle/>
          <a:p>
            <a:pPr algn="ctr"/>
          </a:p>
        </p:txBody>
      </p:sp>
      <p:sp>
        <p:nvSpPr>
          <p:cNvPr id="16" name="TextBox 15"/>
          <p:cNvSpPr txBox="1"/>
          <p:nvPr/>
        </p:nvSpPr>
        <p:spPr>
          <a:xfrm>
            <a:off x="8104327" y="4985766"/>
            <a:ext cx="3099816" cy="292608"/>
          </a:xfrm>
          <a:prstGeom prst="rect">
            <a:avLst/>
          </a:prstGeom>
          <a:noFill/>
        </p:spPr>
        <p:txBody>
          <a:bodyPr wrap="square" anchor="t" lIns="0" rIns="0" tIns="0" bIns="0">
            <a:spAutoFit/>
          </a:bodyPr>
          <a:lstStyle/>
          <a:p>
            <a:pPr algn="l"/>
            <a:r>
              <a:rPr sz="1400" b="1">
                <a:solidFill>
                  <a:schemeClr val="accent2"/>
                </a:solidFill>
                <a:latin typeface="+mn-lt"/>
              </a:rPr>
              <a:t>Lorem</a:t>
            </a:r>
          </a:p>
        </p:txBody>
      </p:sp>
      <p:sp>
        <p:nvSpPr>
          <p:cNvPr id="17" name="TextBox 16"/>
          <p:cNvSpPr txBox="1"/>
          <p:nvPr/>
        </p:nvSpPr>
        <p:spPr>
          <a:xfrm>
            <a:off x="8104327" y="5314950"/>
            <a:ext cx="3099816"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Rectangle 2"/>
          <p:cNvSpPr/>
          <p:nvPr/>
        </p:nvSpPr>
        <p:spPr>
          <a:xfrm>
            <a:off x="822960" y="1691640"/>
            <a:ext cx="3320186" cy="3931920"/>
          </a:xfrm>
          <a:prstGeom prst="rect">
            <a:avLst/>
          </a:prstGeom>
          <a:solidFill>
            <a:schemeClr val="bg2"/>
          </a:solidFill>
          <a:ln>
            <a:noFill/>
          </a:ln>
          <a:effectLst/>
        </p:spPr>
        <p:txBody>
          <a:bodyPr rtlCol="0" anchor="ctr"/>
          <a:lstStyle/>
          <a:p>
            <a:pPr algn="ctr"/>
          </a:p>
        </p:txBody>
      </p:sp>
      <p:sp>
        <p:nvSpPr>
          <p:cNvPr id="4" name="TextBox 3"/>
          <p:cNvSpPr txBox="1"/>
          <p:nvPr/>
        </p:nvSpPr>
        <p:spPr>
          <a:xfrm>
            <a:off x="987552" y="1801368"/>
            <a:ext cx="2991002" cy="502920"/>
          </a:xfrm>
          <a:prstGeom prst="rect">
            <a:avLst/>
          </a:prstGeom>
          <a:noFill/>
        </p:spPr>
        <p:txBody>
          <a:bodyPr wrap="square" anchor="t" lIns="0" rIns="0" tIns="0" bIns="0">
            <a:spAutoFit/>
          </a:bodyPr>
          <a:lstStyle/>
          <a:p>
            <a:pPr algn="l"/>
            <a:r>
              <a:rPr sz="4000" b="1">
                <a:solidFill>
                  <a:schemeClr val="accent4"/>
                </a:solidFill>
                <a:latin typeface="+mj-lt"/>
              </a:rPr>
              <a:t>"</a:t>
            </a:r>
          </a:p>
        </p:txBody>
      </p:sp>
      <p:sp>
        <p:nvSpPr>
          <p:cNvPr id="5" name="TextBox 4"/>
          <p:cNvSpPr txBox="1"/>
          <p:nvPr/>
        </p:nvSpPr>
        <p:spPr>
          <a:xfrm>
            <a:off x="987552" y="2377440"/>
            <a:ext cx="2991002" cy="233172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id="6" name="Oval 5"/>
          <p:cNvSpPr/>
          <p:nvPr/>
        </p:nvSpPr>
        <p:spPr>
          <a:xfrm>
            <a:off x="987552" y="4818888"/>
            <a:ext cx="475488" cy="475488"/>
          </a:xfrm>
          <a:prstGeom prst="ellipse">
            <a:avLst/>
          </a:prstGeom>
          <a:solidFill>
            <a:schemeClr val="accent4"/>
          </a:solidFill>
          <a:ln>
            <a:noFill/>
          </a:ln>
          <a:effectLst/>
        </p:spPr>
        <p:txBody>
          <a:bodyPr rtlCol="0" anchor="ctr"/>
          <a:lstStyle/>
          <a:p>
            <a:pPr algn="ctr"/>
          </a:p>
        </p:txBody>
      </p:sp>
      <p:sp>
        <p:nvSpPr>
          <p:cNvPr id="7" name="TextBox 6"/>
          <p:cNvSpPr txBox="1"/>
          <p:nvPr/>
        </p:nvSpPr>
        <p:spPr>
          <a:xfrm>
            <a:off x="1591056" y="4818888"/>
            <a:ext cx="2424074" cy="548640"/>
          </a:xfrm>
          <a:prstGeom prst="rect">
            <a:avLst/>
          </a:prstGeom>
          <a:noFill/>
        </p:spPr>
        <p:txBody>
          <a:bodyPr wrap="square" anchor="t" lIns="0" rIns="0" tIns="0" bIns="0">
            <a:spAutoFit/>
          </a:bodyPr>
          <a:lstStyle/>
          <a:p>
            <a:pPr algn="l"/>
            <a:r>
              <a:rPr sz="1400" b="1">
                <a:solidFill>
                  <a:schemeClr val="tx1"/>
                </a:solidFill>
                <a:latin typeface="+mn-lt"/>
              </a:rPr>
              <a:t>Lorem Ipsum</a:t>
            </a:r>
          </a:p>
          <a:p>
            <a:pPr algn="l"/>
            <a:r>
              <a:rPr sz="1400" b="0">
                <a:solidFill>
                  <a:schemeClr val="tx1"/>
                </a:solidFill>
                <a:latin typeface="+mn-lt"/>
              </a:rPr>
              <a:t>Lorem Ipsum</a:t>
            </a:r>
          </a:p>
        </p:txBody>
      </p:sp>
      <p:sp>
        <p:nvSpPr>
          <p:cNvPr id="8" name="Rectangle 7"/>
          <p:cNvSpPr/>
          <p:nvPr/>
        </p:nvSpPr>
        <p:spPr>
          <a:xfrm>
            <a:off x="4435754" y="2057400"/>
            <a:ext cx="3320186" cy="3931920"/>
          </a:xfrm>
          <a:prstGeom prst="rect">
            <a:avLst/>
          </a:prstGeom>
          <a:solidFill>
            <a:schemeClr val="bg2"/>
          </a:solidFill>
          <a:ln>
            <a:noFill/>
          </a:ln>
          <a:effectLst/>
        </p:spPr>
        <p:txBody>
          <a:bodyPr rtlCol="0" anchor="ctr"/>
          <a:lstStyle/>
          <a:p>
            <a:pPr algn="ctr"/>
          </a:p>
        </p:txBody>
      </p:sp>
      <p:sp>
        <p:nvSpPr>
          <p:cNvPr id="9" name="TextBox 8"/>
          <p:cNvSpPr txBox="1"/>
          <p:nvPr/>
        </p:nvSpPr>
        <p:spPr>
          <a:xfrm>
            <a:off x="4600346" y="2167128"/>
            <a:ext cx="2991002" cy="502920"/>
          </a:xfrm>
          <a:prstGeom prst="rect">
            <a:avLst/>
          </a:prstGeom>
          <a:noFill/>
        </p:spPr>
        <p:txBody>
          <a:bodyPr wrap="square" anchor="t" lIns="0" rIns="0" tIns="0" bIns="0">
            <a:spAutoFit/>
          </a:bodyPr>
          <a:lstStyle/>
          <a:p>
            <a:pPr algn="l"/>
            <a:r>
              <a:rPr sz="4000" b="1">
                <a:solidFill>
                  <a:schemeClr val="accent4"/>
                </a:solidFill>
                <a:latin typeface="+mj-lt"/>
              </a:rPr>
              <a:t>"</a:t>
            </a:r>
          </a:p>
        </p:txBody>
      </p:sp>
      <p:sp>
        <p:nvSpPr>
          <p:cNvPr id="10" name="TextBox 9"/>
          <p:cNvSpPr txBox="1"/>
          <p:nvPr/>
        </p:nvSpPr>
        <p:spPr>
          <a:xfrm>
            <a:off x="4600346" y="2743200"/>
            <a:ext cx="2991002" cy="233172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id="11" name="Oval 10"/>
          <p:cNvSpPr/>
          <p:nvPr/>
        </p:nvSpPr>
        <p:spPr>
          <a:xfrm>
            <a:off x="4600346" y="5184648"/>
            <a:ext cx="475488" cy="475488"/>
          </a:xfrm>
          <a:prstGeom prst="ellipse">
            <a:avLst/>
          </a:prstGeom>
          <a:solidFill>
            <a:schemeClr val="accent4"/>
          </a:solidFill>
          <a:ln>
            <a:noFill/>
          </a:ln>
          <a:effectLst/>
        </p:spPr>
        <p:txBody>
          <a:bodyPr rtlCol="0" anchor="ctr"/>
          <a:lstStyle/>
          <a:p>
            <a:pPr algn="ctr"/>
          </a:p>
        </p:txBody>
      </p:sp>
      <p:sp>
        <p:nvSpPr>
          <p:cNvPr id="12" name="TextBox 11"/>
          <p:cNvSpPr txBox="1"/>
          <p:nvPr/>
        </p:nvSpPr>
        <p:spPr>
          <a:xfrm>
            <a:off x="5203850" y="5184648"/>
            <a:ext cx="2424074" cy="548640"/>
          </a:xfrm>
          <a:prstGeom prst="rect">
            <a:avLst/>
          </a:prstGeom>
          <a:noFill/>
        </p:spPr>
        <p:txBody>
          <a:bodyPr wrap="square" anchor="t" lIns="0" rIns="0" tIns="0" bIns="0">
            <a:spAutoFit/>
          </a:bodyPr>
          <a:lstStyle/>
          <a:p>
            <a:pPr algn="l"/>
            <a:r>
              <a:rPr sz="1400" b="1">
                <a:solidFill>
                  <a:schemeClr val="tx1"/>
                </a:solidFill>
                <a:latin typeface="+mn-lt"/>
              </a:rPr>
              <a:t>Lorem Ipsum</a:t>
            </a:r>
          </a:p>
          <a:p>
            <a:pPr algn="l"/>
            <a:r>
              <a:rPr sz="1400" b="0">
                <a:solidFill>
                  <a:schemeClr val="tx1"/>
                </a:solidFill>
                <a:latin typeface="+mn-lt"/>
              </a:rPr>
              <a:t>Lorem Ipsum</a:t>
            </a:r>
          </a:p>
        </p:txBody>
      </p:sp>
      <p:sp>
        <p:nvSpPr>
          <p:cNvPr id="13" name="Rectangle 12"/>
          <p:cNvSpPr/>
          <p:nvPr/>
        </p:nvSpPr>
        <p:spPr>
          <a:xfrm>
            <a:off x="8048548" y="1691640"/>
            <a:ext cx="3320186" cy="3931920"/>
          </a:xfrm>
          <a:prstGeom prst="rect">
            <a:avLst/>
          </a:prstGeom>
          <a:solidFill>
            <a:schemeClr val="bg2"/>
          </a:solidFill>
          <a:ln>
            <a:noFill/>
          </a:ln>
          <a:effectLst/>
        </p:spPr>
        <p:txBody>
          <a:bodyPr rtlCol="0" anchor="ctr"/>
          <a:lstStyle/>
          <a:p>
            <a:pPr algn="ctr"/>
          </a:p>
        </p:txBody>
      </p:sp>
      <p:sp>
        <p:nvSpPr>
          <p:cNvPr id="14" name="TextBox 13"/>
          <p:cNvSpPr txBox="1"/>
          <p:nvPr/>
        </p:nvSpPr>
        <p:spPr>
          <a:xfrm>
            <a:off x="8213140" y="1801368"/>
            <a:ext cx="2991002" cy="502920"/>
          </a:xfrm>
          <a:prstGeom prst="rect">
            <a:avLst/>
          </a:prstGeom>
          <a:noFill/>
        </p:spPr>
        <p:txBody>
          <a:bodyPr wrap="square" anchor="t" lIns="0" rIns="0" tIns="0" bIns="0">
            <a:spAutoFit/>
          </a:bodyPr>
          <a:lstStyle/>
          <a:p>
            <a:pPr algn="l"/>
            <a:r>
              <a:rPr sz="4000" b="1">
                <a:solidFill>
                  <a:schemeClr val="accent4"/>
                </a:solidFill>
                <a:latin typeface="+mj-lt"/>
              </a:rPr>
              <a:t>"</a:t>
            </a:r>
          </a:p>
        </p:txBody>
      </p:sp>
      <p:sp>
        <p:nvSpPr>
          <p:cNvPr id="15" name="TextBox 14"/>
          <p:cNvSpPr txBox="1"/>
          <p:nvPr/>
        </p:nvSpPr>
        <p:spPr>
          <a:xfrm>
            <a:off x="8213140" y="2377440"/>
            <a:ext cx="2991002" cy="233172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id="16" name="Oval 15"/>
          <p:cNvSpPr/>
          <p:nvPr/>
        </p:nvSpPr>
        <p:spPr>
          <a:xfrm>
            <a:off x="8213140" y="4818888"/>
            <a:ext cx="475488" cy="475488"/>
          </a:xfrm>
          <a:prstGeom prst="ellipse">
            <a:avLst/>
          </a:prstGeom>
          <a:solidFill>
            <a:schemeClr val="accent4"/>
          </a:solidFill>
          <a:ln>
            <a:noFill/>
          </a:ln>
          <a:effectLst/>
        </p:spPr>
        <p:txBody>
          <a:bodyPr rtlCol="0" anchor="ctr"/>
          <a:lstStyle/>
          <a:p>
            <a:pPr algn="ctr"/>
          </a:p>
        </p:txBody>
      </p:sp>
      <p:sp>
        <p:nvSpPr>
          <p:cNvPr id="17" name="TextBox 16"/>
          <p:cNvSpPr txBox="1"/>
          <p:nvPr/>
        </p:nvSpPr>
        <p:spPr>
          <a:xfrm>
            <a:off x="8816644" y="4818888"/>
            <a:ext cx="2424074" cy="548640"/>
          </a:xfrm>
          <a:prstGeom prst="rect">
            <a:avLst/>
          </a:prstGeom>
          <a:noFill/>
        </p:spPr>
        <p:txBody>
          <a:bodyPr wrap="square" anchor="t" lIns="0" rIns="0" tIns="0" bIns="0">
            <a:spAutoFit/>
          </a:bodyPr>
          <a:lstStyle/>
          <a:p>
            <a:pPr algn="l"/>
            <a:r>
              <a:rPr sz="1400" b="1">
                <a:solidFill>
                  <a:schemeClr val="tx1"/>
                </a:solidFill>
                <a:latin typeface="+mn-lt"/>
              </a:rPr>
              <a:t>Lorem Ipsum</a:t>
            </a:r>
          </a:p>
          <a:p>
            <a:pPr algn="l"/>
            <a:r>
              <a:rPr sz="1400" b="0">
                <a:solidFill>
                  <a:schemeClr val="tx1"/>
                </a:solidFill>
                <a:latin typeface="+mn-lt"/>
              </a:rPr>
              <a:t>Lorem Ipsum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 Sit</a:t>
            </a:r>
          </a:p>
        </p:txBody>
      </p:sp>
      <p:sp>
        <p:nvSpPr>
          <p:cNvPr id="3" name="Rectangle 2"/>
          <p:cNvSpPr/>
          <p:nvPr/>
        </p:nvSpPr>
        <p:spPr>
          <a:xfrm>
            <a:off x="822960" y="1691640"/>
            <a:ext cx="6275527" cy="434340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map or diagram</a:t>
            </a:r>
          </a:p>
        </p:txBody>
      </p:sp>
      <p:sp>
        <p:nvSpPr>
          <p:cNvPr id="4" name="Oval 3"/>
          <p:cNvSpPr/>
          <p:nvPr/>
        </p:nvSpPr>
        <p:spPr>
          <a:xfrm>
            <a:off x="7391095" y="1952244"/>
            <a:ext cx="347472" cy="34747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1</a:t>
            </a:r>
          </a:p>
        </p:txBody>
      </p:sp>
      <p:sp>
        <p:nvSpPr>
          <p:cNvPr id="5" name="TextBox 4"/>
          <p:cNvSpPr txBox="1"/>
          <p:nvPr/>
        </p:nvSpPr>
        <p:spPr>
          <a:xfrm>
            <a:off x="7884871" y="1691640"/>
            <a:ext cx="3483863" cy="777240"/>
          </a:xfrm>
          <a:prstGeom prst="rect">
            <a:avLst/>
          </a:prstGeom>
          <a:noFill/>
        </p:spPr>
        <p:txBody>
          <a:bodyPr wrap="square" anchor="ctr" lIns="0" rIns="0" tIns="0" bIns="0">
            <a:spAutoFit/>
          </a:bodyPr>
          <a:lstStyle/>
          <a:p>
            <a:pPr algn="l"/>
            <a:r>
              <a:rPr sz="1400" b="0">
                <a:solidFill>
                  <a:schemeClr val="tx1"/>
                </a:solidFill>
                <a:latin typeface="+mn-lt"/>
              </a:rPr>
              <a:t>Lorem ipsum dolor sit amet</a:t>
            </a:r>
          </a:p>
        </p:txBody>
      </p:sp>
      <p:sp>
        <p:nvSpPr>
          <p:cNvPr id="6" name="Oval 5"/>
          <p:cNvSpPr/>
          <p:nvPr/>
        </p:nvSpPr>
        <p:spPr>
          <a:xfrm>
            <a:off x="7391095" y="2820924"/>
            <a:ext cx="347472" cy="34747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2</a:t>
            </a:r>
          </a:p>
        </p:txBody>
      </p:sp>
      <p:sp>
        <p:nvSpPr>
          <p:cNvPr id="7" name="TextBox 6"/>
          <p:cNvSpPr txBox="1"/>
          <p:nvPr/>
        </p:nvSpPr>
        <p:spPr>
          <a:xfrm>
            <a:off x="7884871" y="2560320"/>
            <a:ext cx="3483863" cy="777240"/>
          </a:xfrm>
          <a:prstGeom prst="rect">
            <a:avLst/>
          </a:prstGeom>
          <a:noFill/>
        </p:spPr>
        <p:txBody>
          <a:bodyPr wrap="square" anchor="ctr" lIns="0" rIns="0" tIns="0" bIns="0">
            <a:spAutoFit/>
          </a:bodyPr>
          <a:lstStyle/>
          <a:p>
            <a:pPr algn="l"/>
            <a:r>
              <a:rPr sz="1400" b="0">
                <a:solidFill>
                  <a:schemeClr val="tx1"/>
                </a:solidFill>
                <a:latin typeface="+mn-lt"/>
              </a:rPr>
              <a:t>Lorem ipsum dolor sit amet</a:t>
            </a:r>
          </a:p>
        </p:txBody>
      </p:sp>
      <p:sp>
        <p:nvSpPr>
          <p:cNvPr id="8" name="Oval 7"/>
          <p:cNvSpPr/>
          <p:nvPr/>
        </p:nvSpPr>
        <p:spPr>
          <a:xfrm>
            <a:off x="7391095" y="3689603"/>
            <a:ext cx="347472" cy="34747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3</a:t>
            </a:r>
          </a:p>
        </p:txBody>
      </p:sp>
      <p:sp>
        <p:nvSpPr>
          <p:cNvPr id="9" name="TextBox 8"/>
          <p:cNvSpPr txBox="1"/>
          <p:nvPr/>
        </p:nvSpPr>
        <p:spPr>
          <a:xfrm>
            <a:off x="7884871" y="3429000"/>
            <a:ext cx="3483863" cy="777240"/>
          </a:xfrm>
          <a:prstGeom prst="rect">
            <a:avLst/>
          </a:prstGeom>
          <a:noFill/>
        </p:spPr>
        <p:txBody>
          <a:bodyPr wrap="square" anchor="ctr" lIns="0" rIns="0" tIns="0" bIns="0">
            <a:spAutoFit/>
          </a:bodyPr>
          <a:lstStyle/>
          <a:p>
            <a:pPr algn="l"/>
            <a:r>
              <a:rPr sz="1400" b="0">
                <a:solidFill>
                  <a:schemeClr val="tx1"/>
                </a:solidFill>
                <a:latin typeface="+mn-lt"/>
              </a:rPr>
              <a:t>Lorem ipsum dolor sit amet</a:t>
            </a:r>
          </a:p>
        </p:txBody>
      </p:sp>
      <p:sp>
        <p:nvSpPr>
          <p:cNvPr id="10" name="Oval 9"/>
          <p:cNvSpPr/>
          <p:nvPr/>
        </p:nvSpPr>
        <p:spPr>
          <a:xfrm>
            <a:off x="7391095" y="4558283"/>
            <a:ext cx="347472" cy="34747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4</a:t>
            </a:r>
          </a:p>
        </p:txBody>
      </p:sp>
      <p:sp>
        <p:nvSpPr>
          <p:cNvPr id="11" name="TextBox 10"/>
          <p:cNvSpPr txBox="1"/>
          <p:nvPr/>
        </p:nvSpPr>
        <p:spPr>
          <a:xfrm>
            <a:off x="7884871" y="4297679"/>
            <a:ext cx="3483863" cy="777240"/>
          </a:xfrm>
          <a:prstGeom prst="rect">
            <a:avLst/>
          </a:prstGeom>
          <a:noFill/>
        </p:spPr>
        <p:txBody>
          <a:bodyPr wrap="square" anchor="ctr" lIns="0" rIns="0" tIns="0" bIns="0">
            <a:spAutoFit/>
          </a:bodyPr>
          <a:lstStyle/>
          <a:p>
            <a:pPr algn="l"/>
            <a:r>
              <a:rPr sz="1400" b="0">
                <a:solidFill>
                  <a:schemeClr val="tx1"/>
                </a:solidFill>
                <a:latin typeface="+mn-lt"/>
              </a:rPr>
              <a:t>Lorem ipsum dolor sit amet</a:t>
            </a:r>
          </a:p>
        </p:txBody>
      </p:sp>
      <p:sp>
        <p:nvSpPr>
          <p:cNvPr id="12" name="Oval 11"/>
          <p:cNvSpPr/>
          <p:nvPr/>
        </p:nvSpPr>
        <p:spPr>
          <a:xfrm>
            <a:off x="7391095" y="5426964"/>
            <a:ext cx="347472" cy="347472"/>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5</a:t>
            </a:r>
          </a:p>
        </p:txBody>
      </p:sp>
      <p:sp>
        <p:nvSpPr>
          <p:cNvPr id="13" name="TextBox 12"/>
          <p:cNvSpPr txBox="1"/>
          <p:nvPr/>
        </p:nvSpPr>
        <p:spPr>
          <a:xfrm>
            <a:off x="7884871" y="5166360"/>
            <a:ext cx="3483863" cy="777240"/>
          </a:xfrm>
          <a:prstGeom prst="rect">
            <a:avLst/>
          </a:prstGeom>
          <a:noFill/>
        </p:spPr>
        <p:txBody>
          <a:bodyPr wrap="square" anchor="ctr" lIns="0" rIns="0" tIns="0" bIns="0">
            <a:spAutoFit/>
          </a:bodyPr>
          <a:lstStyle/>
          <a:p>
            <a:pPr algn="l"/>
            <a:r>
              <a:rPr sz="1400" b="0">
                <a:solidFill>
                  <a:schemeClr val="tx1"/>
                </a:solidFill>
                <a:latin typeface="+mn-lt"/>
              </a:rPr>
              <a:t>Lorem ipsum dolor sit amet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Rectangle 2"/>
          <p:cNvSpPr/>
          <p:nvPr/>
        </p:nvSpPr>
        <p:spPr>
          <a:xfrm>
            <a:off x="3904487" y="1691640"/>
            <a:ext cx="1756333" cy="65836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4" name="Rectangle 3"/>
          <p:cNvSpPr/>
          <p:nvPr/>
        </p:nvSpPr>
        <p:spPr>
          <a:xfrm>
            <a:off x="5807125" y="1691640"/>
            <a:ext cx="1756333" cy="658368"/>
          </a:xfrm>
          <a:prstGeom prst="rect">
            <a:avLst/>
          </a:prstGeom>
          <a:solidFill>
            <a:schemeClr val="accent2"/>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5" name="Rectangle 4"/>
          <p:cNvSpPr/>
          <p:nvPr/>
        </p:nvSpPr>
        <p:spPr>
          <a:xfrm>
            <a:off x="7709763" y="1691640"/>
            <a:ext cx="1756333" cy="658368"/>
          </a:xfrm>
          <a:prstGeom prst="rect">
            <a:avLst/>
          </a:prstGeom>
          <a:solidFill>
            <a:schemeClr val="accent3"/>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6" name="Rectangle 5"/>
          <p:cNvSpPr/>
          <p:nvPr/>
        </p:nvSpPr>
        <p:spPr>
          <a:xfrm>
            <a:off x="9612401" y="1691640"/>
            <a:ext cx="1756333" cy="658368"/>
          </a:xfrm>
          <a:prstGeom prst="rect">
            <a:avLst/>
          </a:prstGeom>
          <a:solidFill>
            <a:schemeClr val="accent6"/>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7" name="Rectangle 6"/>
          <p:cNvSpPr/>
          <p:nvPr/>
        </p:nvSpPr>
        <p:spPr>
          <a:xfrm>
            <a:off x="822960" y="2457907"/>
            <a:ext cx="2788920" cy="69357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a:t>
            </a:r>
          </a:p>
        </p:txBody>
      </p:sp>
      <p:sp>
        <p:nvSpPr>
          <p:cNvPr id="8" name="Rectangle 7"/>
          <p:cNvSpPr/>
          <p:nvPr/>
        </p:nvSpPr>
        <p:spPr>
          <a:xfrm>
            <a:off x="3904487" y="2457907"/>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9" name="Rectangle 8"/>
          <p:cNvSpPr/>
          <p:nvPr/>
        </p:nvSpPr>
        <p:spPr>
          <a:xfrm>
            <a:off x="5807125" y="2457907"/>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0" name="Rectangle 9"/>
          <p:cNvSpPr/>
          <p:nvPr/>
        </p:nvSpPr>
        <p:spPr>
          <a:xfrm>
            <a:off x="7709763" y="2457907"/>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1" name="Rectangle 10"/>
          <p:cNvSpPr/>
          <p:nvPr/>
        </p:nvSpPr>
        <p:spPr>
          <a:xfrm>
            <a:off x="9612401" y="2457907"/>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2" name="Rectangle 11"/>
          <p:cNvSpPr/>
          <p:nvPr/>
        </p:nvSpPr>
        <p:spPr>
          <a:xfrm>
            <a:off x="822960" y="3206343"/>
            <a:ext cx="2788920" cy="69357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a:t>
            </a:r>
          </a:p>
        </p:txBody>
      </p:sp>
      <p:sp>
        <p:nvSpPr>
          <p:cNvPr id="13" name="Rectangle 12"/>
          <p:cNvSpPr/>
          <p:nvPr/>
        </p:nvSpPr>
        <p:spPr>
          <a:xfrm>
            <a:off x="3904487" y="3206343"/>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4" name="Rectangle 13"/>
          <p:cNvSpPr/>
          <p:nvPr/>
        </p:nvSpPr>
        <p:spPr>
          <a:xfrm>
            <a:off x="5807125" y="3206343"/>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5" name="Rectangle 14"/>
          <p:cNvSpPr/>
          <p:nvPr/>
        </p:nvSpPr>
        <p:spPr>
          <a:xfrm>
            <a:off x="7709763" y="3206343"/>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6" name="Rectangle 15"/>
          <p:cNvSpPr/>
          <p:nvPr/>
        </p:nvSpPr>
        <p:spPr>
          <a:xfrm>
            <a:off x="9612401" y="3206343"/>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7" name="Rectangle 16"/>
          <p:cNvSpPr/>
          <p:nvPr/>
        </p:nvSpPr>
        <p:spPr>
          <a:xfrm>
            <a:off x="822960" y="3954780"/>
            <a:ext cx="2788920" cy="69357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a:t>
            </a:r>
          </a:p>
        </p:txBody>
      </p:sp>
      <p:sp>
        <p:nvSpPr>
          <p:cNvPr id="18" name="Rectangle 17"/>
          <p:cNvSpPr/>
          <p:nvPr/>
        </p:nvSpPr>
        <p:spPr>
          <a:xfrm>
            <a:off x="3904487" y="3954780"/>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19" name="Rectangle 18"/>
          <p:cNvSpPr/>
          <p:nvPr/>
        </p:nvSpPr>
        <p:spPr>
          <a:xfrm>
            <a:off x="5807125" y="3954780"/>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0" name="Rectangle 19"/>
          <p:cNvSpPr/>
          <p:nvPr/>
        </p:nvSpPr>
        <p:spPr>
          <a:xfrm>
            <a:off x="7709763" y="3954780"/>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1" name="Rectangle 20"/>
          <p:cNvSpPr/>
          <p:nvPr/>
        </p:nvSpPr>
        <p:spPr>
          <a:xfrm>
            <a:off x="9612401" y="3954780"/>
            <a:ext cx="1756333" cy="693572"/>
          </a:xfrm>
          <a:prstGeom prst="rect">
            <a:avLst/>
          </a:prstGeom>
          <a:solidFill>
            <a:schemeClr val="bg2"/>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2" name="Rectangle 21"/>
          <p:cNvSpPr/>
          <p:nvPr/>
        </p:nvSpPr>
        <p:spPr>
          <a:xfrm>
            <a:off x="822960" y="4703216"/>
            <a:ext cx="2788920" cy="693572"/>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a:t>
            </a:r>
          </a:p>
        </p:txBody>
      </p:sp>
      <p:sp>
        <p:nvSpPr>
          <p:cNvPr id="23" name="Rectangle 22"/>
          <p:cNvSpPr/>
          <p:nvPr/>
        </p:nvSpPr>
        <p:spPr>
          <a:xfrm>
            <a:off x="3904487" y="4703216"/>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4" name="Rectangle 23"/>
          <p:cNvSpPr/>
          <p:nvPr/>
        </p:nvSpPr>
        <p:spPr>
          <a:xfrm>
            <a:off x="5807125" y="4703216"/>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5" name="Rectangle 24"/>
          <p:cNvSpPr/>
          <p:nvPr/>
        </p:nvSpPr>
        <p:spPr>
          <a:xfrm>
            <a:off x="7709763" y="4703216"/>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6" name="Rectangle 25"/>
          <p:cNvSpPr/>
          <p:nvPr/>
        </p:nvSpPr>
        <p:spPr>
          <a:xfrm>
            <a:off x="9612401" y="4703216"/>
            <a:ext cx="1756333" cy="6935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t>
            </a:r>
          </a:p>
        </p:txBody>
      </p:sp>
      <p:sp>
        <p:nvSpPr>
          <p:cNvPr id="27" name="Rectangle 26"/>
          <p:cNvSpPr/>
          <p:nvPr/>
        </p:nvSpPr>
        <p:spPr>
          <a:xfrm>
            <a:off x="3904487" y="5504688"/>
            <a:ext cx="1756333" cy="530352"/>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28" name="Rectangle 27"/>
          <p:cNvSpPr/>
          <p:nvPr/>
        </p:nvSpPr>
        <p:spPr>
          <a:xfrm>
            <a:off x="5807125" y="5504688"/>
            <a:ext cx="1756333" cy="530352"/>
          </a:xfrm>
          <a:prstGeom prst="rect">
            <a:avLst/>
          </a:prstGeom>
          <a:solidFill>
            <a:schemeClr val="accent2"/>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29" name="Rectangle 28"/>
          <p:cNvSpPr/>
          <p:nvPr/>
        </p:nvSpPr>
        <p:spPr>
          <a:xfrm>
            <a:off x="7709763" y="5504688"/>
            <a:ext cx="1756333" cy="530352"/>
          </a:xfrm>
          <a:prstGeom prst="rect">
            <a:avLst/>
          </a:prstGeom>
          <a:solidFill>
            <a:schemeClr val="accent3"/>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30" name="Rectangle 29"/>
          <p:cNvSpPr/>
          <p:nvPr/>
        </p:nvSpPr>
        <p:spPr>
          <a:xfrm>
            <a:off x="9612401" y="5504688"/>
            <a:ext cx="1756333" cy="530352"/>
          </a:xfrm>
          <a:prstGeom prst="rect">
            <a:avLst/>
          </a:prstGeom>
          <a:solidFill>
            <a:schemeClr val="accent6"/>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a:t>
            </a:r>
          </a:p>
        </p:txBody>
      </p:sp>
      <p:sp>
        <p:nvSpPr>
          <p:cNvPr id="4" name="Rectangle 3"/>
          <p:cNvSpPr/>
          <p:nvPr/>
        </p:nvSpPr>
        <p:spPr>
          <a:xfrm>
            <a:off x="1867323" y="2331720"/>
            <a:ext cx="3702743" cy="475488"/>
          </a:xfrm>
          <a:prstGeom prst="rect">
            <a:avLst/>
          </a:prstGeom>
          <a:solidFill>
            <a:schemeClr val="accent1"/>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5" name="Rectangle 4"/>
          <p:cNvSpPr/>
          <p:nvPr/>
        </p:nvSpPr>
        <p:spPr>
          <a:xfrm>
            <a:off x="6621627" y="2331720"/>
            <a:ext cx="3702743" cy="475488"/>
          </a:xfrm>
          <a:prstGeom prst="rect">
            <a:avLst/>
          </a:prstGeom>
          <a:solidFill>
            <a:schemeClr val="accent2"/>
          </a:solidFill>
          <a:ln>
            <a:noFill/>
          </a:ln>
          <a:effectLst/>
        </p:spPr>
        <p:txBody>
          <a:bodyPr rtlCol="0" anchor="ctr" wrap="square" lIns="164592" rIns="164592" tIns="109728" bIns="109728"/>
          <a:lstStyle/>
          <a:p>
            <a:pPr algn="ctr"/>
            <a:r>
              <a:rPr sz="1800" b="1">
                <a:solidFill>
                  <a:schemeClr val="bg1"/>
                </a:solidFill>
                <a:latin typeface="+mn-lt"/>
              </a:rPr>
              <a:t>Lorem Ipsum</a:t>
            </a:r>
          </a:p>
        </p:txBody>
      </p:sp>
      <p:sp>
        <p:nvSpPr>
          <p:cNvPr id="6" name="Rectangle 5"/>
          <p:cNvSpPr/>
          <p:nvPr/>
        </p:nvSpPr>
        <p:spPr>
          <a:xfrm>
            <a:off x="1867323" y="3123389"/>
            <a:ext cx="3702743" cy="375306"/>
          </a:xfrm>
          <a:prstGeom prst="rect">
            <a:avLst/>
          </a:prstGeom>
          <a:solidFill>
            <a:schemeClr val="accent1"/>
          </a:solidFill>
          <a:ln>
            <a:noFill/>
          </a:ln>
          <a:effectLst/>
        </p:spPr>
        <p:txBody>
          <a:bodyPr rtlCol="0" anchor="ctr"/>
          <a:lstStyle/>
          <a:p>
            <a:pPr algn="ctr"/>
          </a:p>
        </p:txBody>
      </p:sp>
      <p:sp>
        <p:nvSpPr>
          <p:cNvPr id="7" name="Rectangle 6"/>
          <p:cNvSpPr/>
          <p:nvPr/>
        </p:nvSpPr>
        <p:spPr>
          <a:xfrm>
            <a:off x="6621627" y="3123389"/>
            <a:ext cx="3406524" cy="375306"/>
          </a:xfrm>
          <a:prstGeom prst="rect">
            <a:avLst/>
          </a:prstGeom>
          <a:solidFill>
            <a:schemeClr val="accent2"/>
          </a:solidFill>
          <a:ln>
            <a:noFill/>
          </a:ln>
          <a:effectLst/>
        </p:spPr>
        <p:txBody>
          <a:bodyPr rtlCol="0" anchor="ctr"/>
          <a:lstStyle/>
          <a:p>
            <a:pPr algn="ctr"/>
          </a:p>
        </p:txBody>
      </p:sp>
      <p:sp>
        <p:nvSpPr>
          <p:cNvPr id="8" name="Rectangle 7"/>
          <p:cNvSpPr/>
          <p:nvPr/>
        </p:nvSpPr>
        <p:spPr>
          <a:xfrm>
            <a:off x="5570067" y="3026664"/>
            <a:ext cx="1051560" cy="568756"/>
          </a:xfrm>
          <a:prstGeom prst="rect">
            <a:avLst/>
          </a:prstGeom>
          <a:solidFill>
            <a:schemeClr val="bg1"/>
          </a:solidFill>
          <a:ln>
            <a:noFill/>
          </a:ln>
          <a:effectLst/>
        </p:spPr>
        <p:txBody>
          <a:bodyPr rtlCol="0" anchor="ctr" wrap="square" lIns="164592" rIns="164592" tIns="109728" bIns="109728"/>
          <a:lstStyle/>
          <a:p>
            <a:pPr algn="ctr"/>
            <a:r>
              <a:rPr sz="1400" b="1">
                <a:solidFill>
                  <a:schemeClr val="tx1"/>
                </a:solidFill>
                <a:latin typeface="+mn-lt"/>
              </a:rPr>
              <a:t>Lorem</a:t>
            </a:r>
          </a:p>
        </p:txBody>
      </p:sp>
      <p:sp>
        <p:nvSpPr>
          <p:cNvPr id="9" name="Rectangle 8"/>
          <p:cNvSpPr/>
          <p:nvPr/>
        </p:nvSpPr>
        <p:spPr>
          <a:xfrm>
            <a:off x="2607872" y="3728722"/>
            <a:ext cx="2962195" cy="375306"/>
          </a:xfrm>
          <a:prstGeom prst="rect">
            <a:avLst/>
          </a:prstGeom>
          <a:solidFill>
            <a:schemeClr val="accent1"/>
          </a:solidFill>
          <a:ln>
            <a:noFill/>
          </a:ln>
          <a:effectLst/>
        </p:spPr>
        <p:txBody>
          <a:bodyPr rtlCol="0" anchor="ctr"/>
          <a:lstStyle/>
          <a:p>
            <a:pPr algn="ctr"/>
          </a:p>
        </p:txBody>
      </p:sp>
      <p:sp>
        <p:nvSpPr>
          <p:cNvPr id="10" name="Rectangle 9"/>
          <p:cNvSpPr/>
          <p:nvPr/>
        </p:nvSpPr>
        <p:spPr>
          <a:xfrm>
            <a:off x="6621627" y="3728722"/>
            <a:ext cx="2962195" cy="375306"/>
          </a:xfrm>
          <a:prstGeom prst="rect">
            <a:avLst/>
          </a:prstGeom>
          <a:solidFill>
            <a:schemeClr val="accent2"/>
          </a:solidFill>
          <a:ln>
            <a:noFill/>
          </a:ln>
          <a:effectLst/>
        </p:spPr>
        <p:txBody>
          <a:bodyPr rtlCol="0" anchor="ctr"/>
          <a:lstStyle/>
          <a:p>
            <a:pPr algn="ctr"/>
          </a:p>
        </p:txBody>
      </p:sp>
      <p:sp>
        <p:nvSpPr>
          <p:cNvPr id="11" name="Rectangle 10"/>
          <p:cNvSpPr/>
          <p:nvPr/>
        </p:nvSpPr>
        <p:spPr>
          <a:xfrm>
            <a:off x="5570067" y="3631996"/>
            <a:ext cx="1051560" cy="568756"/>
          </a:xfrm>
          <a:prstGeom prst="rect">
            <a:avLst/>
          </a:prstGeom>
          <a:solidFill>
            <a:schemeClr val="bg1"/>
          </a:solidFill>
          <a:ln>
            <a:noFill/>
          </a:ln>
          <a:effectLst/>
        </p:spPr>
        <p:txBody>
          <a:bodyPr rtlCol="0" anchor="ctr" wrap="square" lIns="164592" rIns="164592" tIns="109728" bIns="109728"/>
          <a:lstStyle/>
          <a:p>
            <a:pPr algn="ctr"/>
            <a:r>
              <a:rPr sz="1400" b="1">
                <a:solidFill>
                  <a:schemeClr val="tx1"/>
                </a:solidFill>
                <a:latin typeface="+mn-lt"/>
              </a:rPr>
              <a:t>Lorem</a:t>
            </a:r>
          </a:p>
        </p:txBody>
      </p:sp>
      <p:sp>
        <p:nvSpPr>
          <p:cNvPr id="12" name="Rectangle 11"/>
          <p:cNvSpPr/>
          <p:nvPr/>
        </p:nvSpPr>
        <p:spPr>
          <a:xfrm>
            <a:off x="3274366" y="4334054"/>
            <a:ext cx="2295701" cy="375306"/>
          </a:xfrm>
          <a:prstGeom prst="rect">
            <a:avLst/>
          </a:prstGeom>
          <a:solidFill>
            <a:schemeClr val="accent1"/>
          </a:solidFill>
          <a:ln>
            <a:noFill/>
          </a:ln>
          <a:effectLst/>
        </p:spPr>
        <p:txBody>
          <a:bodyPr rtlCol="0" anchor="ctr"/>
          <a:lstStyle/>
          <a:p>
            <a:pPr algn="ctr"/>
          </a:p>
        </p:txBody>
      </p:sp>
      <p:sp>
        <p:nvSpPr>
          <p:cNvPr id="13" name="Rectangle 12"/>
          <p:cNvSpPr/>
          <p:nvPr/>
        </p:nvSpPr>
        <p:spPr>
          <a:xfrm>
            <a:off x="6621627" y="4334054"/>
            <a:ext cx="3332469" cy="375306"/>
          </a:xfrm>
          <a:prstGeom prst="rect">
            <a:avLst/>
          </a:prstGeom>
          <a:solidFill>
            <a:schemeClr val="accent2"/>
          </a:solidFill>
          <a:ln>
            <a:noFill/>
          </a:ln>
          <a:effectLst/>
        </p:spPr>
        <p:txBody>
          <a:bodyPr rtlCol="0" anchor="ctr"/>
          <a:lstStyle/>
          <a:p>
            <a:pPr algn="ctr"/>
          </a:p>
        </p:txBody>
      </p:sp>
      <p:sp>
        <p:nvSpPr>
          <p:cNvPr id="14" name="Rectangle 13"/>
          <p:cNvSpPr/>
          <p:nvPr/>
        </p:nvSpPr>
        <p:spPr>
          <a:xfrm>
            <a:off x="5570067" y="4237329"/>
            <a:ext cx="1051560" cy="568756"/>
          </a:xfrm>
          <a:prstGeom prst="rect">
            <a:avLst/>
          </a:prstGeom>
          <a:solidFill>
            <a:schemeClr val="bg1"/>
          </a:solidFill>
          <a:ln>
            <a:noFill/>
          </a:ln>
          <a:effectLst/>
        </p:spPr>
        <p:txBody>
          <a:bodyPr rtlCol="0" anchor="ctr" wrap="square" lIns="164592" rIns="164592" tIns="109728" bIns="109728"/>
          <a:lstStyle/>
          <a:p>
            <a:pPr algn="ctr"/>
            <a:r>
              <a:rPr sz="1400" b="1">
                <a:solidFill>
                  <a:schemeClr val="tx1"/>
                </a:solidFill>
                <a:latin typeface="+mn-lt"/>
              </a:rPr>
              <a:t>Lorem</a:t>
            </a:r>
          </a:p>
        </p:txBody>
      </p:sp>
      <p:sp>
        <p:nvSpPr>
          <p:cNvPr id="15" name="Rectangle 14"/>
          <p:cNvSpPr/>
          <p:nvPr/>
        </p:nvSpPr>
        <p:spPr>
          <a:xfrm>
            <a:off x="2793009" y="4939387"/>
            <a:ext cx="2777057" cy="375306"/>
          </a:xfrm>
          <a:prstGeom prst="rect">
            <a:avLst/>
          </a:prstGeom>
          <a:solidFill>
            <a:schemeClr val="accent1"/>
          </a:solidFill>
          <a:ln>
            <a:noFill/>
          </a:ln>
          <a:effectLst/>
        </p:spPr>
        <p:txBody>
          <a:bodyPr rtlCol="0" anchor="ctr"/>
          <a:lstStyle/>
          <a:p>
            <a:pPr algn="ctr"/>
          </a:p>
        </p:txBody>
      </p:sp>
      <p:sp>
        <p:nvSpPr>
          <p:cNvPr id="16" name="Rectangle 15"/>
          <p:cNvSpPr/>
          <p:nvPr/>
        </p:nvSpPr>
        <p:spPr>
          <a:xfrm>
            <a:off x="6621627" y="4939387"/>
            <a:ext cx="2777057" cy="375306"/>
          </a:xfrm>
          <a:prstGeom prst="rect">
            <a:avLst/>
          </a:prstGeom>
          <a:solidFill>
            <a:schemeClr val="accent2"/>
          </a:solidFill>
          <a:ln>
            <a:noFill/>
          </a:ln>
          <a:effectLst/>
        </p:spPr>
        <p:txBody>
          <a:bodyPr rtlCol="0" anchor="ctr"/>
          <a:lstStyle/>
          <a:p>
            <a:pPr algn="ctr"/>
          </a:p>
        </p:txBody>
      </p:sp>
      <p:sp>
        <p:nvSpPr>
          <p:cNvPr id="17" name="Rectangle 16"/>
          <p:cNvSpPr/>
          <p:nvPr/>
        </p:nvSpPr>
        <p:spPr>
          <a:xfrm>
            <a:off x="5570067" y="4842662"/>
            <a:ext cx="1051560" cy="568756"/>
          </a:xfrm>
          <a:prstGeom prst="rect">
            <a:avLst/>
          </a:prstGeom>
          <a:solidFill>
            <a:schemeClr val="bg1"/>
          </a:solidFill>
          <a:ln>
            <a:noFill/>
          </a:ln>
          <a:effectLst/>
        </p:spPr>
        <p:txBody>
          <a:bodyPr rtlCol="0" anchor="ctr" wrap="square" lIns="164592" rIns="164592" tIns="109728" bIns="109728"/>
          <a:lstStyle/>
          <a:p>
            <a:pPr algn="ctr"/>
            <a:r>
              <a:rPr sz="1400" b="1">
                <a:solidFill>
                  <a:schemeClr val="tx1"/>
                </a:solidFill>
                <a:latin typeface="+mn-lt"/>
              </a:rPr>
              <a:t>Lorem</a:t>
            </a:r>
          </a:p>
        </p:txBody>
      </p:sp>
      <p:sp>
        <p:nvSpPr>
          <p:cNvPr id="18" name="Rectangle 17"/>
          <p:cNvSpPr/>
          <p:nvPr/>
        </p:nvSpPr>
        <p:spPr>
          <a:xfrm>
            <a:off x="3718695" y="5544720"/>
            <a:ext cx="1851371" cy="375306"/>
          </a:xfrm>
          <a:prstGeom prst="rect">
            <a:avLst/>
          </a:prstGeom>
          <a:solidFill>
            <a:schemeClr val="accent1"/>
          </a:solidFill>
          <a:ln>
            <a:noFill/>
          </a:ln>
          <a:effectLst/>
        </p:spPr>
        <p:txBody>
          <a:bodyPr rtlCol="0" anchor="ctr"/>
          <a:lstStyle/>
          <a:p>
            <a:pPr algn="ctr"/>
          </a:p>
        </p:txBody>
      </p:sp>
      <p:sp>
        <p:nvSpPr>
          <p:cNvPr id="19" name="Rectangle 18"/>
          <p:cNvSpPr/>
          <p:nvPr/>
        </p:nvSpPr>
        <p:spPr>
          <a:xfrm>
            <a:off x="6621627" y="5544720"/>
            <a:ext cx="1851371" cy="375306"/>
          </a:xfrm>
          <a:prstGeom prst="rect">
            <a:avLst/>
          </a:prstGeom>
          <a:solidFill>
            <a:schemeClr val="accent2"/>
          </a:solidFill>
          <a:ln>
            <a:noFill/>
          </a:ln>
          <a:effectLst/>
        </p:spPr>
        <p:txBody>
          <a:bodyPr rtlCol="0" anchor="ctr"/>
          <a:lstStyle/>
          <a:p>
            <a:pPr algn="ctr"/>
          </a:p>
        </p:txBody>
      </p:sp>
      <p:sp>
        <p:nvSpPr>
          <p:cNvPr id="20" name="Rectangle 19"/>
          <p:cNvSpPr/>
          <p:nvPr/>
        </p:nvSpPr>
        <p:spPr>
          <a:xfrm>
            <a:off x="5570067" y="5447995"/>
            <a:ext cx="1051560" cy="568756"/>
          </a:xfrm>
          <a:prstGeom prst="rect">
            <a:avLst/>
          </a:prstGeom>
          <a:solidFill>
            <a:schemeClr val="bg1"/>
          </a:solidFill>
          <a:ln>
            <a:noFill/>
          </a:ln>
          <a:effectLst/>
        </p:spPr>
        <p:txBody>
          <a:bodyPr rtlCol="0" anchor="ctr" wrap="square" lIns="164592" rIns="164592" tIns="109728" bIns="109728"/>
          <a:lstStyle/>
          <a:p>
            <a:pPr algn="ctr"/>
            <a:r>
              <a:rPr sz="1400" b="1">
                <a:solidFill>
                  <a:schemeClr val="tx1"/>
                </a:solidFill>
                <a:latin typeface="+mn-lt"/>
              </a:rPr>
              <a:t>Lorem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 Sit</a:t>
            </a:r>
          </a:p>
        </p:txBody>
      </p:sp>
      <p:sp>
        <p:nvSpPr>
          <p:cNvPr id="3" name="Rectangle 2"/>
          <p:cNvSpPr/>
          <p:nvPr/>
        </p:nvSpPr>
        <p:spPr>
          <a:xfrm>
            <a:off x="822960" y="1691640"/>
            <a:ext cx="5126583" cy="47548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4" name="Rectangle 3"/>
          <p:cNvSpPr/>
          <p:nvPr/>
        </p:nvSpPr>
        <p:spPr>
          <a:xfrm>
            <a:off x="822960" y="2185416"/>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5" name="Rectangle 4"/>
          <p:cNvSpPr/>
          <p:nvPr/>
        </p:nvSpPr>
        <p:spPr>
          <a:xfrm>
            <a:off x="4001441" y="2185416"/>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6" name="Rectangle 5"/>
          <p:cNvSpPr/>
          <p:nvPr/>
        </p:nvSpPr>
        <p:spPr>
          <a:xfrm>
            <a:off x="822960" y="2793492"/>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7" name="Rectangle 6"/>
          <p:cNvSpPr/>
          <p:nvPr/>
        </p:nvSpPr>
        <p:spPr>
          <a:xfrm>
            <a:off x="4001441" y="2793492"/>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8" name="Rectangle 7"/>
          <p:cNvSpPr/>
          <p:nvPr/>
        </p:nvSpPr>
        <p:spPr>
          <a:xfrm>
            <a:off x="822960" y="3401568"/>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9" name="Rectangle 8"/>
          <p:cNvSpPr/>
          <p:nvPr/>
        </p:nvSpPr>
        <p:spPr>
          <a:xfrm>
            <a:off x="4001441" y="3401568"/>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10" name="Rectangle 9"/>
          <p:cNvSpPr/>
          <p:nvPr/>
        </p:nvSpPr>
        <p:spPr>
          <a:xfrm>
            <a:off x="822960" y="4009644"/>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11" name="Rectangle 10"/>
          <p:cNvSpPr/>
          <p:nvPr/>
        </p:nvSpPr>
        <p:spPr>
          <a:xfrm>
            <a:off x="4001441" y="4009644"/>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12" name="Rectangle 11"/>
          <p:cNvSpPr/>
          <p:nvPr/>
        </p:nvSpPr>
        <p:spPr>
          <a:xfrm>
            <a:off x="6242151" y="1691640"/>
            <a:ext cx="5126583" cy="475488"/>
          </a:xfrm>
          <a:prstGeom prst="rect">
            <a:avLst/>
          </a:prstGeom>
          <a:solidFill>
            <a:schemeClr val="accent2"/>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13" name="Rectangle 12"/>
          <p:cNvSpPr/>
          <p:nvPr/>
        </p:nvSpPr>
        <p:spPr>
          <a:xfrm>
            <a:off x="6242151" y="2185416"/>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14" name="Rectangle 13"/>
          <p:cNvSpPr/>
          <p:nvPr/>
        </p:nvSpPr>
        <p:spPr>
          <a:xfrm>
            <a:off x="9420633" y="2185416"/>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15" name="Rectangle 14"/>
          <p:cNvSpPr/>
          <p:nvPr/>
        </p:nvSpPr>
        <p:spPr>
          <a:xfrm>
            <a:off x="6242151" y="2793492"/>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16" name="Rectangle 15"/>
          <p:cNvSpPr/>
          <p:nvPr/>
        </p:nvSpPr>
        <p:spPr>
          <a:xfrm>
            <a:off x="9420633" y="2793492"/>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17" name="Rectangle 16"/>
          <p:cNvSpPr/>
          <p:nvPr/>
        </p:nvSpPr>
        <p:spPr>
          <a:xfrm>
            <a:off x="6242151" y="3401568"/>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18" name="Rectangle 17"/>
          <p:cNvSpPr/>
          <p:nvPr/>
        </p:nvSpPr>
        <p:spPr>
          <a:xfrm>
            <a:off x="9420633" y="3401568"/>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19" name="Rectangle 18"/>
          <p:cNvSpPr/>
          <p:nvPr/>
        </p:nvSpPr>
        <p:spPr>
          <a:xfrm>
            <a:off x="6242151" y="4009644"/>
            <a:ext cx="3178481" cy="571499"/>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a:t>
            </a:r>
          </a:p>
        </p:txBody>
      </p:sp>
      <p:sp>
        <p:nvSpPr>
          <p:cNvPr id="20" name="Rectangle 19"/>
          <p:cNvSpPr/>
          <p:nvPr/>
        </p:nvSpPr>
        <p:spPr>
          <a:xfrm>
            <a:off x="9420633" y="4009644"/>
            <a:ext cx="1948101" cy="571499"/>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21" name="Rectangle 20"/>
          <p:cNvSpPr/>
          <p:nvPr/>
        </p:nvSpPr>
        <p:spPr>
          <a:xfrm>
            <a:off x="822960" y="4800599"/>
            <a:ext cx="10545775" cy="475488"/>
          </a:xfrm>
          <a:prstGeom prst="rect">
            <a:avLst/>
          </a:prstGeom>
          <a:solidFill>
            <a:schemeClr val="accent6"/>
          </a:solidFill>
          <a:ln>
            <a:noFill/>
          </a:ln>
          <a:effectLst/>
        </p:spPr>
        <p:txBody>
          <a:bodyPr rtlCol="0" anchor="ctr" wrap="square" lIns="164592" rIns="164592" tIns="109728" bIns="109728"/>
          <a:lstStyle/>
          <a:p>
            <a:pPr algn="ctr"/>
            <a:r>
              <a:rPr sz="1400" b="1">
                <a:solidFill>
                  <a:schemeClr val="bg1"/>
                </a:solidFill>
                <a:latin typeface="+mn-lt"/>
              </a:rPr>
              <a:t>Lorem Ipsum Dolor</a:t>
            </a:r>
          </a:p>
        </p:txBody>
      </p:sp>
      <p:sp>
        <p:nvSpPr>
          <p:cNvPr id="22" name="Rectangle 21"/>
          <p:cNvSpPr/>
          <p:nvPr/>
        </p:nvSpPr>
        <p:spPr>
          <a:xfrm>
            <a:off x="822960" y="5294375"/>
            <a:ext cx="6538380" cy="342900"/>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a:t>
            </a:r>
          </a:p>
        </p:txBody>
      </p:sp>
      <p:sp>
        <p:nvSpPr>
          <p:cNvPr id="23" name="Rectangle 22"/>
          <p:cNvSpPr/>
          <p:nvPr/>
        </p:nvSpPr>
        <p:spPr>
          <a:xfrm>
            <a:off x="7361340" y="5294375"/>
            <a:ext cx="4007394" cy="342900"/>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
        <p:nvSpPr>
          <p:cNvPr id="24" name="Rectangle 23"/>
          <p:cNvSpPr/>
          <p:nvPr/>
        </p:nvSpPr>
        <p:spPr>
          <a:xfrm>
            <a:off x="822960" y="5673851"/>
            <a:ext cx="6538380" cy="342900"/>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a:t>
            </a:r>
          </a:p>
        </p:txBody>
      </p:sp>
      <p:sp>
        <p:nvSpPr>
          <p:cNvPr id="25" name="Rectangle 24"/>
          <p:cNvSpPr/>
          <p:nvPr/>
        </p:nvSpPr>
        <p:spPr>
          <a:xfrm>
            <a:off x="7361340" y="5673851"/>
            <a:ext cx="4007394" cy="342900"/>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00.000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822960" y="1691640"/>
            <a:ext cx="2416987" cy="2071116"/>
          </a:xfrm>
          <a:prstGeom prst="rect">
            <a:avLst/>
          </a:prstGeom>
          <a:solidFill>
            <a:schemeClr val="accent1"/>
          </a:solidFill>
          <a:ln>
            <a:noFill/>
          </a:ln>
          <a:effectLst/>
        </p:spPr>
        <p:txBody>
          <a:bodyPr rtlCol="0" anchor="ctr"/>
          <a:lstStyle/>
          <a:p>
            <a:pPr algn="ctr"/>
          </a:p>
        </p:txBody>
      </p:sp>
      <p:sp>
        <p:nvSpPr>
          <p:cNvPr id="4" name="Rectangle 3"/>
          <p:cNvSpPr/>
          <p:nvPr/>
        </p:nvSpPr>
        <p:spPr>
          <a:xfrm>
            <a:off x="1097280" y="1892808"/>
            <a:ext cx="1868347" cy="1110996"/>
          </a:xfrm>
          <a:prstGeom prst="rect">
            <a:avLst/>
          </a:prstGeom>
          <a:solidFill>
            <a:schemeClr val="bg1"/>
          </a:solidFill>
          <a:ln>
            <a:noFill/>
          </a:ln>
          <a:effectLst/>
        </p:spPr>
        <p:txBody>
          <a:bodyPr rtlCol="0" anchor="ctr"/>
          <a:lstStyle/>
          <a:p>
            <a:pPr algn="ctr"/>
          </a:p>
        </p:txBody>
      </p:sp>
      <p:sp>
        <p:nvSpPr>
          <p:cNvPr id="5" name="TextBox 4"/>
          <p:cNvSpPr txBox="1"/>
          <p:nvPr/>
        </p:nvSpPr>
        <p:spPr>
          <a:xfrm>
            <a:off x="987552" y="3076956"/>
            <a:ext cx="2087803" cy="548640"/>
          </a:xfrm>
          <a:prstGeom prst="rect">
            <a:avLst/>
          </a:prstGeom>
          <a:noFill/>
        </p:spPr>
        <p:txBody>
          <a:bodyPr wrap="square" anchor="t" lIns="0" rIns="0" tIns="0" bIns="0">
            <a:spAutoFit/>
          </a:bodyPr>
          <a:lstStyle/>
          <a:p>
            <a:pPr algn="ctr"/>
            <a:r>
              <a:rPr sz="1400" b="0">
                <a:solidFill>
                  <a:schemeClr val="bg1"/>
                </a:solidFill>
                <a:latin typeface="+mn-lt"/>
              </a:rPr>
              <a:t>Lorem ipsum dolor</a:t>
            </a:r>
          </a:p>
        </p:txBody>
      </p:sp>
      <p:sp>
        <p:nvSpPr>
          <p:cNvPr id="6" name="Rectangle 5"/>
          <p:cNvSpPr/>
          <p:nvPr/>
        </p:nvSpPr>
        <p:spPr>
          <a:xfrm>
            <a:off x="3532555" y="1691640"/>
            <a:ext cx="2416987" cy="2071116"/>
          </a:xfrm>
          <a:prstGeom prst="rect">
            <a:avLst/>
          </a:prstGeom>
          <a:solidFill>
            <a:schemeClr val="accent5"/>
          </a:solidFill>
          <a:ln>
            <a:noFill/>
          </a:ln>
          <a:effectLst/>
        </p:spPr>
        <p:txBody>
          <a:bodyPr rtlCol="0" anchor="ctr"/>
          <a:lstStyle/>
          <a:p>
            <a:pPr algn="ctr"/>
          </a:p>
        </p:txBody>
      </p:sp>
      <p:sp>
        <p:nvSpPr>
          <p:cNvPr id="7" name="Rectangle 6"/>
          <p:cNvSpPr/>
          <p:nvPr/>
        </p:nvSpPr>
        <p:spPr>
          <a:xfrm>
            <a:off x="3806875" y="1892808"/>
            <a:ext cx="1868347" cy="1110996"/>
          </a:xfrm>
          <a:prstGeom prst="rect">
            <a:avLst/>
          </a:prstGeom>
          <a:solidFill>
            <a:schemeClr val="bg1"/>
          </a:solidFill>
          <a:ln>
            <a:noFill/>
          </a:ln>
          <a:effectLst/>
        </p:spPr>
        <p:txBody>
          <a:bodyPr rtlCol="0" anchor="ctr"/>
          <a:lstStyle/>
          <a:p>
            <a:pPr algn="ctr"/>
          </a:p>
        </p:txBody>
      </p:sp>
      <p:sp>
        <p:nvSpPr>
          <p:cNvPr id="8" name="TextBox 7"/>
          <p:cNvSpPr txBox="1"/>
          <p:nvPr/>
        </p:nvSpPr>
        <p:spPr>
          <a:xfrm>
            <a:off x="3697147" y="3076956"/>
            <a:ext cx="2087803" cy="548640"/>
          </a:xfrm>
          <a:prstGeom prst="rect">
            <a:avLst/>
          </a:prstGeom>
          <a:noFill/>
        </p:spPr>
        <p:txBody>
          <a:bodyPr wrap="square" anchor="t" lIns="0" rIns="0" tIns="0" bIns="0">
            <a:spAutoFit/>
          </a:bodyPr>
          <a:lstStyle/>
          <a:p>
            <a:pPr algn="ctr"/>
            <a:r>
              <a:rPr sz="1400" b="0">
                <a:solidFill>
                  <a:schemeClr val="tx1"/>
                </a:solidFill>
                <a:latin typeface="+mn-lt"/>
              </a:rPr>
              <a:t>Lorem ipsum dolor</a:t>
            </a:r>
          </a:p>
        </p:txBody>
      </p:sp>
      <p:sp>
        <p:nvSpPr>
          <p:cNvPr id="9" name="Rectangle 8"/>
          <p:cNvSpPr/>
          <p:nvPr/>
        </p:nvSpPr>
        <p:spPr>
          <a:xfrm>
            <a:off x="6242151" y="1691640"/>
            <a:ext cx="2416987" cy="2071116"/>
          </a:xfrm>
          <a:prstGeom prst="rect">
            <a:avLst/>
          </a:prstGeom>
          <a:solidFill>
            <a:schemeClr val="accent6"/>
          </a:solidFill>
          <a:ln>
            <a:noFill/>
          </a:ln>
          <a:effectLst/>
        </p:spPr>
        <p:txBody>
          <a:bodyPr rtlCol="0" anchor="ctr"/>
          <a:lstStyle/>
          <a:p>
            <a:pPr algn="ctr"/>
          </a:p>
        </p:txBody>
      </p:sp>
      <p:sp>
        <p:nvSpPr>
          <p:cNvPr id="10" name="Rectangle 9"/>
          <p:cNvSpPr/>
          <p:nvPr/>
        </p:nvSpPr>
        <p:spPr>
          <a:xfrm>
            <a:off x="6516471" y="1892808"/>
            <a:ext cx="1868347" cy="1110996"/>
          </a:xfrm>
          <a:prstGeom prst="rect">
            <a:avLst/>
          </a:prstGeom>
          <a:solidFill>
            <a:schemeClr val="bg1"/>
          </a:solidFill>
          <a:ln>
            <a:noFill/>
          </a:ln>
          <a:effectLst/>
        </p:spPr>
        <p:txBody>
          <a:bodyPr rtlCol="0" anchor="ctr"/>
          <a:lstStyle/>
          <a:p>
            <a:pPr algn="ctr"/>
          </a:p>
        </p:txBody>
      </p:sp>
      <p:sp>
        <p:nvSpPr>
          <p:cNvPr id="11" name="TextBox 10"/>
          <p:cNvSpPr txBox="1"/>
          <p:nvPr/>
        </p:nvSpPr>
        <p:spPr>
          <a:xfrm>
            <a:off x="6406743" y="3076956"/>
            <a:ext cx="2087803" cy="548640"/>
          </a:xfrm>
          <a:prstGeom prst="rect">
            <a:avLst/>
          </a:prstGeom>
          <a:noFill/>
        </p:spPr>
        <p:txBody>
          <a:bodyPr wrap="square" anchor="t" lIns="0" rIns="0" tIns="0" bIns="0">
            <a:spAutoFit/>
          </a:bodyPr>
          <a:lstStyle/>
          <a:p>
            <a:pPr algn="ctr"/>
            <a:r>
              <a:rPr sz="1400" b="0">
                <a:solidFill>
                  <a:schemeClr val="bg1"/>
                </a:solidFill>
                <a:latin typeface="+mn-lt"/>
              </a:rPr>
              <a:t>Lorem ipsum dolor</a:t>
            </a:r>
          </a:p>
        </p:txBody>
      </p:sp>
      <p:sp>
        <p:nvSpPr>
          <p:cNvPr id="12" name="Rectangle 11"/>
          <p:cNvSpPr/>
          <p:nvPr/>
        </p:nvSpPr>
        <p:spPr>
          <a:xfrm>
            <a:off x="8951747" y="1691640"/>
            <a:ext cx="2416987" cy="2071116"/>
          </a:xfrm>
          <a:prstGeom prst="rect">
            <a:avLst/>
          </a:prstGeom>
          <a:solidFill>
            <a:schemeClr val="accent4"/>
          </a:solidFill>
          <a:ln>
            <a:noFill/>
          </a:ln>
          <a:effectLst/>
        </p:spPr>
        <p:txBody>
          <a:bodyPr rtlCol="0" anchor="ctr"/>
          <a:lstStyle/>
          <a:p>
            <a:pPr algn="ctr"/>
          </a:p>
        </p:txBody>
      </p:sp>
      <p:sp>
        <p:nvSpPr>
          <p:cNvPr id="13" name="Rectangle 12"/>
          <p:cNvSpPr/>
          <p:nvPr/>
        </p:nvSpPr>
        <p:spPr>
          <a:xfrm>
            <a:off x="9226067" y="1892808"/>
            <a:ext cx="1868347" cy="1110996"/>
          </a:xfrm>
          <a:prstGeom prst="rect">
            <a:avLst/>
          </a:prstGeom>
          <a:solidFill>
            <a:schemeClr val="bg1"/>
          </a:solidFill>
          <a:ln>
            <a:noFill/>
          </a:ln>
          <a:effectLst/>
        </p:spPr>
        <p:txBody>
          <a:bodyPr rtlCol="0" anchor="ctr"/>
          <a:lstStyle/>
          <a:p>
            <a:pPr algn="ctr"/>
          </a:p>
        </p:txBody>
      </p:sp>
      <p:sp>
        <p:nvSpPr>
          <p:cNvPr id="14" name="TextBox 13"/>
          <p:cNvSpPr txBox="1"/>
          <p:nvPr/>
        </p:nvSpPr>
        <p:spPr>
          <a:xfrm>
            <a:off x="9116339" y="3076956"/>
            <a:ext cx="2087803" cy="548640"/>
          </a:xfrm>
          <a:prstGeom prst="rect">
            <a:avLst/>
          </a:prstGeom>
          <a:noFill/>
        </p:spPr>
        <p:txBody>
          <a:bodyPr wrap="square" anchor="t" lIns="0" rIns="0" tIns="0" bIns="0">
            <a:spAutoFit/>
          </a:bodyPr>
          <a:lstStyle/>
          <a:p>
            <a:pPr algn="ctr"/>
            <a:r>
              <a:rPr sz="1400" b="0">
                <a:solidFill>
                  <a:schemeClr val="tx1"/>
                </a:solidFill>
                <a:latin typeface="+mn-lt"/>
              </a:rPr>
              <a:t>Lorem ipsum dolor</a:t>
            </a:r>
          </a:p>
        </p:txBody>
      </p:sp>
      <p:sp>
        <p:nvSpPr>
          <p:cNvPr id="15" name="Rectangle 14"/>
          <p:cNvSpPr/>
          <p:nvPr/>
        </p:nvSpPr>
        <p:spPr>
          <a:xfrm>
            <a:off x="822960" y="3963924"/>
            <a:ext cx="2416987" cy="2071116"/>
          </a:xfrm>
          <a:prstGeom prst="rect">
            <a:avLst/>
          </a:prstGeom>
          <a:solidFill>
            <a:schemeClr val="accent1"/>
          </a:solidFill>
          <a:ln>
            <a:noFill/>
          </a:ln>
          <a:effectLst/>
        </p:spPr>
        <p:txBody>
          <a:bodyPr rtlCol="0" anchor="ctr"/>
          <a:lstStyle/>
          <a:p>
            <a:pPr algn="ctr"/>
          </a:p>
        </p:txBody>
      </p:sp>
      <p:sp>
        <p:nvSpPr>
          <p:cNvPr id="16" name="Rectangle 15"/>
          <p:cNvSpPr/>
          <p:nvPr/>
        </p:nvSpPr>
        <p:spPr>
          <a:xfrm>
            <a:off x="1097280" y="4165092"/>
            <a:ext cx="1868347" cy="1110996"/>
          </a:xfrm>
          <a:prstGeom prst="rect">
            <a:avLst/>
          </a:prstGeom>
          <a:solidFill>
            <a:schemeClr val="bg1"/>
          </a:solidFill>
          <a:ln>
            <a:noFill/>
          </a:ln>
          <a:effectLst/>
        </p:spPr>
        <p:txBody>
          <a:bodyPr rtlCol="0" anchor="ctr"/>
          <a:lstStyle/>
          <a:p>
            <a:pPr algn="ctr"/>
          </a:p>
        </p:txBody>
      </p:sp>
      <p:sp>
        <p:nvSpPr>
          <p:cNvPr id="17" name="TextBox 16"/>
          <p:cNvSpPr txBox="1"/>
          <p:nvPr/>
        </p:nvSpPr>
        <p:spPr>
          <a:xfrm>
            <a:off x="987552" y="5349240"/>
            <a:ext cx="2087803" cy="548640"/>
          </a:xfrm>
          <a:prstGeom prst="rect">
            <a:avLst/>
          </a:prstGeom>
          <a:noFill/>
        </p:spPr>
        <p:txBody>
          <a:bodyPr wrap="square" anchor="t" lIns="0" rIns="0" tIns="0" bIns="0">
            <a:spAutoFit/>
          </a:bodyPr>
          <a:lstStyle/>
          <a:p>
            <a:pPr algn="ctr"/>
            <a:r>
              <a:rPr sz="1400" b="0">
                <a:solidFill>
                  <a:schemeClr val="bg1"/>
                </a:solidFill>
                <a:latin typeface="+mn-lt"/>
              </a:rPr>
              <a:t>Lorem ipsum dolor</a:t>
            </a:r>
          </a:p>
        </p:txBody>
      </p:sp>
      <p:sp>
        <p:nvSpPr>
          <p:cNvPr id="18" name="Rectangle 17"/>
          <p:cNvSpPr/>
          <p:nvPr/>
        </p:nvSpPr>
        <p:spPr>
          <a:xfrm>
            <a:off x="3532555" y="3963924"/>
            <a:ext cx="2416987" cy="2071116"/>
          </a:xfrm>
          <a:prstGeom prst="rect">
            <a:avLst/>
          </a:prstGeom>
          <a:solidFill>
            <a:schemeClr val="accent5"/>
          </a:solidFill>
          <a:ln>
            <a:noFill/>
          </a:ln>
          <a:effectLst/>
        </p:spPr>
        <p:txBody>
          <a:bodyPr rtlCol="0" anchor="ctr"/>
          <a:lstStyle/>
          <a:p>
            <a:pPr algn="ctr"/>
          </a:p>
        </p:txBody>
      </p:sp>
      <p:sp>
        <p:nvSpPr>
          <p:cNvPr id="19" name="Rectangle 18"/>
          <p:cNvSpPr/>
          <p:nvPr/>
        </p:nvSpPr>
        <p:spPr>
          <a:xfrm>
            <a:off x="3806875" y="4165092"/>
            <a:ext cx="1868347" cy="1110996"/>
          </a:xfrm>
          <a:prstGeom prst="rect">
            <a:avLst/>
          </a:prstGeom>
          <a:solidFill>
            <a:schemeClr val="bg1"/>
          </a:solidFill>
          <a:ln>
            <a:noFill/>
          </a:ln>
          <a:effectLst/>
        </p:spPr>
        <p:txBody>
          <a:bodyPr rtlCol="0" anchor="ctr"/>
          <a:lstStyle/>
          <a:p>
            <a:pPr algn="ctr"/>
          </a:p>
        </p:txBody>
      </p:sp>
      <p:sp>
        <p:nvSpPr>
          <p:cNvPr id="20" name="TextBox 19"/>
          <p:cNvSpPr txBox="1"/>
          <p:nvPr/>
        </p:nvSpPr>
        <p:spPr>
          <a:xfrm>
            <a:off x="3697147" y="5349240"/>
            <a:ext cx="2087803" cy="548640"/>
          </a:xfrm>
          <a:prstGeom prst="rect">
            <a:avLst/>
          </a:prstGeom>
          <a:noFill/>
        </p:spPr>
        <p:txBody>
          <a:bodyPr wrap="square" anchor="t" lIns="0" rIns="0" tIns="0" bIns="0">
            <a:spAutoFit/>
          </a:bodyPr>
          <a:lstStyle/>
          <a:p>
            <a:pPr algn="ctr"/>
            <a:r>
              <a:rPr sz="1400" b="0">
                <a:solidFill>
                  <a:schemeClr val="tx1"/>
                </a:solidFill>
                <a:latin typeface="+mn-lt"/>
              </a:rPr>
              <a:t>Lorem ipsum dolor</a:t>
            </a:r>
          </a:p>
        </p:txBody>
      </p:sp>
      <p:sp>
        <p:nvSpPr>
          <p:cNvPr id="21" name="Rectangle 20"/>
          <p:cNvSpPr/>
          <p:nvPr/>
        </p:nvSpPr>
        <p:spPr>
          <a:xfrm>
            <a:off x="6242151" y="3963924"/>
            <a:ext cx="2416987" cy="2071116"/>
          </a:xfrm>
          <a:prstGeom prst="rect">
            <a:avLst/>
          </a:prstGeom>
          <a:solidFill>
            <a:schemeClr val="accent6"/>
          </a:solidFill>
          <a:ln>
            <a:noFill/>
          </a:ln>
          <a:effectLst/>
        </p:spPr>
        <p:txBody>
          <a:bodyPr rtlCol="0" anchor="ctr"/>
          <a:lstStyle/>
          <a:p>
            <a:pPr algn="ctr"/>
          </a:p>
        </p:txBody>
      </p:sp>
      <p:sp>
        <p:nvSpPr>
          <p:cNvPr id="22" name="Rectangle 21"/>
          <p:cNvSpPr/>
          <p:nvPr/>
        </p:nvSpPr>
        <p:spPr>
          <a:xfrm>
            <a:off x="6516471" y="4165092"/>
            <a:ext cx="1868347" cy="1110996"/>
          </a:xfrm>
          <a:prstGeom prst="rect">
            <a:avLst/>
          </a:prstGeom>
          <a:solidFill>
            <a:schemeClr val="bg1"/>
          </a:solidFill>
          <a:ln>
            <a:noFill/>
          </a:ln>
          <a:effectLst/>
        </p:spPr>
        <p:txBody>
          <a:bodyPr rtlCol="0" anchor="ctr"/>
          <a:lstStyle/>
          <a:p>
            <a:pPr algn="ctr"/>
          </a:p>
        </p:txBody>
      </p:sp>
      <p:sp>
        <p:nvSpPr>
          <p:cNvPr id="23" name="TextBox 22"/>
          <p:cNvSpPr txBox="1"/>
          <p:nvPr/>
        </p:nvSpPr>
        <p:spPr>
          <a:xfrm>
            <a:off x="6406743" y="5349240"/>
            <a:ext cx="2087803" cy="548640"/>
          </a:xfrm>
          <a:prstGeom prst="rect">
            <a:avLst/>
          </a:prstGeom>
          <a:noFill/>
        </p:spPr>
        <p:txBody>
          <a:bodyPr wrap="square" anchor="t" lIns="0" rIns="0" tIns="0" bIns="0">
            <a:spAutoFit/>
          </a:bodyPr>
          <a:lstStyle/>
          <a:p>
            <a:pPr algn="ctr"/>
            <a:r>
              <a:rPr sz="1400" b="0">
                <a:solidFill>
                  <a:schemeClr val="bg1"/>
                </a:solidFill>
                <a:latin typeface="+mn-lt"/>
              </a:rPr>
              <a:t>Lorem ipsum dolor</a:t>
            </a:r>
          </a:p>
        </p:txBody>
      </p:sp>
      <p:sp>
        <p:nvSpPr>
          <p:cNvPr id="24" name="Rectangle 23"/>
          <p:cNvSpPr/>
          <p:nvPr/>
        </p:nvSpPr>
        <p:spPr>
          <a:xfrm>
            <a:off x="8951747" y="3963924"/>
            <a:ext cx="2416987" cy="2071116"/>
          </a:xfrm>
          <a:prstGeom prst="rect">
            <a:avLst/>
          </a:prstGeom>
          <a:solidFill>
            <a:schemeClr val="accent4"/>
          </a:solidFill>
          <a:ln>
            <a:noFill/>
          </a:ln>
          <a:effectLst/>
        </p:spPr>
        <p:txBody>
          <a:bodyPr rtlCol="0" anchor="ctr"/>
          <a:lstStyle/>
          <a:p>
            <a:pPr algn="ctr"/>
          </a:p>
        </p:txBody>
      </p:sp>
      <p:sp>
        <p:nvSpPr>
          <p:cNvPr id="25" name="Rectangle 24"/>
          <p:cNvSpPr/>
          <p:nvPr/>
        </p:nvSpPr>
        <p:spPr>
          <a:xfrm>
            <a:off x="9226067" y="4165092"/>
            <a:ext cx="1868347" cy="1110996"/>
          </a:xfrm>
          <a:prstGeom prst="rect">
            <a:avLst/>
          </a:prstGeom>
          <a:solidFill>
            <a:schemeClr val="bg1"/>
          </a:solidFill>
          <a:ln>
            <a:noFill/>
          </a:ln>
          <a:effectLst/>
        </p:spPr>
        <p:txBody>
          <a:bodyPr rtlCol="0" anchor="ctr"/>
          <a:lstStyle/>
          <a:p>
            <a:pPr algn="ctr"/>
          </a:p>
        </p:txBody>
      </p:sp>
      <p:sp>
        <p:nvSpPr>
          <p:cNvPr id="26" name="TextBox 25"/>
          <p:cNvSpPr txBox="1"/>
          <p:nvPr/>
        </p:nvSpPr>
        <p:spPr>
          <a:xfrm>
            <a:off x="9116339" y="5349240"/>
            <a:ext cx="2087803" cy="548640"/>
          </a:xfrm>
          <a:prstGeom prst="rect">
            <a:avLst/>
          </a:prstGeom>
          <a:noFill/>
        </p:spPr>
        <p:txBody>
          <a:bodyPr wrap="square" anchor="t" lIns="0" rIns="0" tIns="0" bIns="0">
            <a:spAutoFit/>
          </a:bodyPr>
          <a:lstStyle/>
          <a:p>
            <a:pPr algn="ctr"/>
            <a:r>
              <a:rPr sz="1400" b="0">
                <a:solidFill>
                  <a:schemeClr val="tx1"/>
                </a:solidFill>
                <a:latin typeface="+mn-lt"/>
              </a:rPr>
              <a:t>Lorem ipsum dolor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822960" y="1691640"/>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4" name="Rectangle 3"/>
          <p:cNvSpPr/>
          <p:nvPr/>
        </p:nvSpPr>
        <p:spPr>
          <a:xfrm>
            <a:off x="2614726" y="1691640"/>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5" name="Rectangle 4"/>
          <p:cNvSpPr/>
          <p:nvPr/>
        </p:nvSpPr>
        <p:spPr>
          <a:xfrm>
            <a:off x="4406493" y="1691640"/>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6" name="Rectangle 5"/>
          <p:cNvSpPr/>
          <p:nvPr/>
        </p:nvSpPr>
        <p:spPr>
          <a:xfrm>
            <a:off x="6198260" y="1691640"/>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7" name="Rectangle 6"/>
          <p:cNvSpPr/>
          <p:nvPr/>
        </p:nvSpPr>
        <p:spPr>
          <a:xfrm>
            <a:off x="7990027" y="1691640"/>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8" name="Rectangle 7"/>
          <p:cNvSpPr/>
          <p:nvPr/>
        </p:nvSpPr>
        <p:spPr>
          <a:xfrm>
            <a:off x="9781794" y="1691640"/>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9" name="Rectangle 8"/>
          <p:cNvSpPr/>
          <p:nvPr/>
        </p:nvSpPr>
        <p:spPr>
          <a:xfrm>
            <a:off x="822960" y="2812694"/>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0" name="Rectangle 9"/>
          <p:cNvSpPr/>
          <p:nvPr/>
        </p:nvSpPr>
        <p:spPr>
          <a:xfrm>
            <a:off x="2614726" y="2812694"/>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1" name="Rectangle 10"/>
          <p:cNvSpPr/>
          <p:nvPr/>
        </p:nvSpPr>
        <p:spPr>
          <a:xfrm>
            <a:off x="4406493" y="2812694"/>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2" name="Rectangle 11"/>
          <p:cNvSpPr/>
          <p:nvPr/>
        </p:nvSpPr>
        <p:spPr>
          <a:xfrm>
            <a:off x="6198260" y="2812694"/>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3" name="Rectangle 12"/>
          <p:cNvSpPr/>
          <p:nvPr/>
        </p:nvSpPr>
        <p:spPr>
          <a:xfrm>
            <a:off x="7990027" y="2812694"/>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4" name="Rectangle 13"/>
          <p:cNvSpPr/>
          <p:nvPr/>
        </p:nvSpPr>
        <p:spPr>
          <a:xfrm>
            <a:off x="9781794" y="2812694"/>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5" name="Rectangle 14"/>
          <p:cNvSpPr/>
          <p:nvPr/>
        </p:nvSpPr>
        <p:spPr>
          <a:xfrm>
            <a:off x="822960" y="3933748"/>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6" name="Rectangle 15"/>
          <p:cNvSpPr/>
          <p:nvPr/>
        </p:nvSpPr>
        <p:spPr>
          <a:xfrm>
            <a:off x="2614726" y="3933748"/>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7" name="Rectangle 16"/>
          <p:cNvSpPr/>
          <p:nvPr/>
        </p:nvSpPr>
        <p:spPr>
          <a:xfrm>
            <a:off x="4406493" y="3933748"/>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8" name="Rectangle 17"/>
          <p:cNvSpPr/>
          <p:nvPr/>
        </p:nvSpPr>
        <p:spPr>
          <a:xfrm>
            <a:off x="6198260" y="3933748"/>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19" name="Rectangle 18"/>
          <p:cNvSpPr/>
          <p:nvPr/>
        </p:nvSpPr>
        <p:spPr>
          <a:xfrm>
            <a:off x="7990027" y="3933748"/>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0" name="Rectangle 19"/>
          <p:cNvSpPr/>
          <p:nvPr/>
        </p:nvSpPr>
        <p:spPr>
          <a:xfrm>
            <a:off x="9781794" y="3933748"/>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1" name="Rectangle 20"/>
          <p:cNvSpPr/>
          <p:nvPr/>
        </p:nvSpPr>
        <p:spPr>
          <a:xfrm>
            <a:off x="822960" y="5054803"/>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2" name="Rectangle 21"/>
          <p:cNvSpPr/>
          <p:nvPr/>
        </p:nvSpPr>
        <p:spPr>
          <a:xfrm>
            <a:off x="2614726" y="5054803"/>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3" name="Rectangle 22"/>
          <p:cNvSpPr/>
          <p:nvPr/>
        </p:nvSpPr>
        <p:spPr>
          <a:xfrm>
            <a:off x="4406493" y="5054803"/>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4" name="Rectangle 23"/>
          <p:cNvSpPr/>
          <p:nvPr/>
        </p:nvSpPr>
        <p:spPr>
          <a:xfrm>
            <a:off x="6198260" y="5054803"/>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5" name="Rectangle 24"/>
          <p:cNvSpPr/>
          <p:nvPr/>
        </p:nvSpPr>
        <p:spPr>
          <a:xfrm>
            <a:off x="7990027" y="5054803"/>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
        <p:nvSpPr>
          <p:cNvPr id="26" name="Rectangle 25"/>
          <p:cNvSpPr/>
          <p:nvPr/>
        </p:nvSpPr>
        <p:spPr>
          <a:xfrm>
            <a:off x="9781794" y="5054803"/>
            <a:ext cx="1586941" cy="980236"/>
          </a:xfrm>
          <a:prstGeom prst="rect">
            <a:avLst/>
          </a:prstGeom>
          <a:solidFill>
            <a:schemeClr val="bg2"/>
          </a:solidFill>
          <a:ln>
            <a:noFill/>
          </a:ln>
          <a:effectLst/>
        </p:spPr>
        <p:txBody>
          <a:bodyPr rtlCol="0" anchor="ctr" wrap="square" lIns="164592" rIns="164592" tIns="109728" bIns="109728"/>
          <a:lstStyle/>
          <a:p>
            <a:pPr algn="ctr"/>
            <a:r>
              <a:rPr sz="1400" b="0">
                <a:solidFill>
                  <a:schemeClr val="accent2"/>
                </a:solidFill>
                <a:latin typeface="+mn-lt"/>
              </a:rPr>
              <a:t>Logo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a:t>
            </a:r>
          </a:p>
        </p:txBody>
      </p:sp>
      <p:sp>
        <p:nvSpPr>
          <p:cNvPr id="4" name="Rectangle 3"/>
          <p:cNvSpPr/>
          <p:nvPr/>
        </p:nvSpPr>
        <p:spPr>
          <a:xfrm>
            <a:off x="822960" y="2386584"/>
            <a:ext cx="36576" cy="651509"/>
          </a:xfrm>
          <a:prstGeom prst="rect">
            <a:avLst/>
          </a:prstGeom>
          <a:solidFill>
            <a:schemeClr val="accent1"/>
          </a:solidFill>
          <a:ln>
            <a:noFill/>
          </a:ln>
          <a:effectLst/>
        </p:spPr>
        <p:txBody>
          <a:bodyPr rtlCol="0" anchor="ctr"/>
          <a:lstStyle/>
          <a:p>
            <a:pPr algn="ctr"/>
          </a:p>
        </p:txBody>
      </p:sp>
      <p:sp>
        <p:nvSpPr>
          <p:cNvPr id="5" name="TextBox 4"/>
          <p:cNvSpPr txBox="1"/>
          <p:nvPr/>
        </p:nvSpPr>
        <p:spPr>
          <a:xfrm>
            <a:off x="1060704" y="2331720"/>
            <a:ext cx="5294376" cy="74295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a:t>
            </a:r>
          </a:p>
        </p:txBody>
      </p:sp>
      <p:sp>
        <p:nvSpPr>
          <p:cNvPr id="6" name="Rectangle 5"/>
          <p:cNvSpPr/>
          <p:nvPr/>
        </p:nvSpPr>
        <p:spPr>
          <a:xfrm>
            <a:off x="822960" y="3312414"/>
            <a:ext cx="36576" cy="651509"/>
          </a:xfrm>
          <a:prstGeom prst="rect">
            <a:avLst/>
          </a:prstGeom>
          <a:solidFill>
            <a:schemeClr val="accent1"/>
          </a:solidFill>
          <a:ln>
            <a:noFill/>
          </a:ln>
          <a:effectLst/>
        </p:spPr>
        <p:txBody>
          <a:bodyPr rtlCol="0" anchor="ctr"/>
          <a:lstStyle/>
          <a:p>
            <a:pPr algn="ctr"/>
          </a:p>
        </p:txBody>
      </p:sp>
      <p:sp>
        <p:nvSpPr>
          <p:cNvPr id="7" name="TextBox 6"/>
          <p:cNvSpPr txBox="1"/>
          <p:nvPr/>
        </p:nvSpPr>
        <p:spPr>
          <a:xfrm>
            <a:off x="1060704" y="3257550"/>
            <a:ext cx="5294376" cy="74295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a:t>
            </a:r>
          </a:p>
        </p:txBody>
      </p:sp>
      <p:sp>
        <p:nvSpPr>
          <p:cNvPr id="8" name="Rectangle 7"/>
          <p:cNvSpPr/>
          <p:nvPr/>
        </p:nvSpPr>
        <p:spPr>
          <a:xfrm>
            <a:off x="822960" y="4238243"/>
            <a:ext cx="36576" cy="651509"/>
          </a:xfrm>
          <a:prstGeom prst="rect">
            <a:avLst/>
          </a:prstGeom>
          <a:solidFill>
            <a:schemeClr val="accent1"/>
          </a:solidFill>
          <a:ln>
            <a:noFill/>
          </a:ln>
          <a:effectLst/>
        </p:spPr>
        <p:txBody>
          <a:bodyPr rtlCol="0" anchor="ctr"/>
          <a:lstStyle/>
          <a:p>
            <a:pPr algn="ctr"/>
          </a:p>
        </p:txBody>
      </p:sp>
      <p:sp>
        <p:nvSpPr>
          <p:cNvPr id="9" name="TextBox 8"/>
          <p:cNvSpPr txBox="1"/>
          <p:nvPr/>
        </p:nvSpPr>
        <p:spPr>
          <a:xfrm>
            <a:off x="1060704" y="4183379"/>
            <a:ext cx="5294376" cy="74295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a:t>
            </a:r>
          </a:p>
        </p:txBody>
      </p:sp>
      <p:sp>
        <p:nvSpPr>
          <p:cNvPr id="10" name="Rectangle 9"/>
          <p:cNvSpPr/>
          <p:nvPr/>
        </p:nvSpPr>
        <p:spPr>
          <a:xfrm>
            <a:off x="822960" y="5164073"/>
            <a:ext cx="36576" cy="651509"/>
          </a:xfrm>
          <a:prstGeom prst="rect">
            <a:avLst/>
          </a:prstGeom>
          <a:solidFill>
            <a:schemeClr val="accent1"/>
          </a:solidFill>
          <a:ln>
            <a:noFill/>
          </a:ln>
          <a:effectLst/>
        </p:spPr>
        <p:txBody>
          <a:bodyPr rtlCol="0" anchor="ctr"/>
          <a:lstStyle/>
          <a:p>
            <a:pPr algn="ctr"/>
          </a:p>
        </p:txBody>
      </p:sp>
      <p:sp>
        <p:nvSpPr>
          <p:cNvPr id="11" name="TextBox 10"/>
          <p:cNvSpPr txBox="1"/>
          <p:nvPr/>
        </p:nvSpPr>
        <p:spPr>
          <a:xfrm>
            <a:off x="1060704" y="5109209"/>
            <a:ext cx="5294376" cy="74295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a:t>
            </a:r>
          </a:p>
        </p:txBody>
      </p:sp>
      <p:sp>
        <p:nvSpPr>
          <p:cNvPr id="12" name="Rectangle 11"/>
          <p:cNvSpPr/>
          <p:nvPr/>
        </p:nvSpPr>
        <p:spPr>
          <a:xfrm>
            <a:off x="6647688" y="2331720"/>
            <a:ext cx="4721047" cy="3703320"/>
          </a:xfrm>
          <a:prstGeom prst="rect">
            <a:avLst/>
          </a:prstGeom>
          <a:solidFill>
            <a:schemeClr val="bg2"/>
          </a:solidFill>
          <a:ln>
            <a:noFill/>
          </a:ln>
          <a:effectLst/>
        </p:spPr>
        <p:txBody>
          <a:bodyPr rtlCol="0" anchor="ctr"/>
          <a:lstStyle/>
          <a:p>
            <a:pPr algn="ctr"/>
          </a:p>
        </p:txBody>
      </p:sp>
      <p:sp>
        <p:nvSpPr>
          <p:cNvPr id="13" name="TextBox 12"/>
          <p:cNvSpPr txBox="1"/>
          <p:nvPr/>
        </p:nvSpPr>
        <p:spPr>
          <a:xfrm>
            <a:off x="6812280" y="2496312"/>
            <a:ext cx="4391863" cy="365760"/>
          </a:xfrm>
          <a:prstGeom prst="rect">
            <a:avLst/>
          </a:prstGeom>
          <a:noFill/>
        </p:spPr>
        <p:txBody>
          <a:bodyPr wrap="square" anchor="t" lIns="0" rIns="0" tIns="0" bIns="0">
            <a:spAutoFit/>
          </a:bodyPr>
          <a:lstStyle/>
          <a:p>
            <a:pPr algn="l"/>
            <a:r>
              <a:rPr sz="1800" b="1">
                <a:solidFill>
                  <a:schemeClr val="tx1"/>
                </a:solidFill>
                <a:latin typeface="+mn-lt"/>
              </a:rPr>
              <a:t>Lorem Ipsum Dolor</a:t>
            </a:r>
          </a:p>
        </p:txBody>
      </p:sp>
      <p:sp>
        <p:nvSpPr>
          <p:cNvPr id="14" name="Rectangle 13"/>
          <p:cNvSpPr/>
          <p:nvPr/>
        </p:nvSpPr>
        <p:spPr>
          <a:xfrm>
            <a:off x="7223760" y="3108960"/>
            <a:ext cx="3888943" cy="594360"/>
          </a:xfrm>
          <a:prstGeom prst="rect">
            <a:avLst/>
          </a:prstGeom>
          <a:solidFill>
            <a:schemeClr val="accent5"/>
          </a:solidFill>
          <a:ln>
            <a:noFill/>
          </a:ln>
          <a:effectLst/>
        </p:spPr>
        <p:txBody>
          <a:bodyPr rtlCol="0" anchor="ctr" wrap="square" lIns="164592" rIns="164592" tIns="109728" bIns="109728"/>
          <a:lstStyle/>
          <a:p>
            <a:pPr algn="l"/>
            <a:r>
              <a:rPr sz="1400" b="1">
                <a:solidFill>
                  <a:schemeClr val="tx1"/>
                </a:solidFill>
                <a:latin typeface="+mn-lt"/>
              </a:rPr>
              <a:t>Lorem Ipsum</a:t>
            </a:r>
          </a:p>
        </p:txBody>
      </p:sp>
      <p:sp>
        <p:nvSpPr>
          <p:cNvPr id="15" name="Rectangle 14"/>
          <p:cNvSpPr/>
          <p:nvPr/>
        </p:nvSpPr>
        <p:spPr>
          <a:xfrm>
            <a:off x="7223760" y="3794760"/>
            <a:ext cx="3888943" cy="594360"/>
          </a:xfrm>
          <a:prstGeom prst="rect">
            <a:avLst/>
          </a:prstGeom>
          <a:solidFill>
            <a:schemeClr val="accent4"/>
          </a:solidFill>
          <a:ln>
            <a:noFill/>
          </a:ln>
          <a:effectLst/>
        </p:spPr>
        <p:txBody>
          <a:bodyPr rtlCol="0" anchor="ctr" wrap="square" lIns="164592" rIns="164592" tIns="109728" bIns="109728"/>
          <a:lstStyle/>
          <a:p>
            <a:pPr algn="l"/>
            <a:r>
              <a:rPr sz="1400" b="1">
                <a:solidFill>
                  <a:schemeClr val="tx1"/>
                </a:solidFill>
                <a:latin typeface="+mn-lt"/>
              </a:rPr>
              <a:t>Lorem Ipsum</a:t>
            </a:r>
          </a:p>
        </p:txBody>
      </p:sp>
      <p:sp>
        <p:nvSpPr>
          <p:cNvPr id="16" name="Rectangle 15"/>
          <p:cNvSpPr/>
          <p:nvPr/>
        </p:nvSpPr>
        <p:spPr>
          <a:xfrm>
            <a:off x="7223760" y="4480560"/>
            <a:ext cx="3888943" cy="594360"/>
          </a:xfrm>
          <a:prstGeom prst="rect">
            <a:avLst/>
          </a:prstGeom>
          <a:solidFill>
            <a:schemeClr val="accent3"/>
          </a:solidFill>
          <a:ln>
            <a:noFill/>
          </a:ln>
          <a:effectLst/>
        </p:spPr>
        <p:txBody>
          <a:bodyPr rtlCol="0" anchor="ctr" wrap="square" lIns="164592" rIns="164592" tIns="109728" bIns="109728"/>
          <a:lstStyle/>
          <a:p>
            <a:pPr algn="l"/>
            <a:r>
              <a:rPr sz="1400" b="1">
                <a:solidFill>
                  <a:schemeClr val="tx1"/>
                </a:solidFill>
                <a:latin typeface="+mn-lt"/>
              </a:rPr>
              <a:t>Lorem Ipsum</a:t>
            </a:r>
          </a:p>
        </p:txBody>
      </p:sp>
      <p:sp>
        <p:nvSpPr>
          <p:cNvPr id="17" name="Rectangle 16"/>
          <p:cNvSpPr/>
          <p:nvPr/>
        </p:nvSpPr>
        <p:spPr>
          <a:xfrm>
            <a:off x="7223760" y="5166360"/>
            <a:ext cx="3888943" cy="594360"/>
          </a:xfrm>
          <a:prstGeom prst="rect">
            <a:avLst/>
          </a:prstGeom>
          <a:solidFill>
            <a:schemeClr val="accent2"/>
          </a:solidFill>
          <a:ln>
            <a:noFill/>
          </a:ln>
          <a:effectLst/>
        </p:spPr>
        <p:txBody>
          <a:bodyPr rtlCol="0" anchor="ctr" wrap="square" lIns="164592" rIns="164592" tIns="109728" bIns="109728"/>
          <a:lstStyle/>
          <a:p>
            <a:pPr algn="l"/>
            <a:r>
              <a:rPr sz="1400" b="1">
                <a:solidFill>
                  <a:schemeClr val="tx1"/>
                </a:solidFill>
                <a:latin typeface="+mn-lt"/>
              </a:rPr>
              <a:t>Lorem Ipsum</a:t>
            </a:r>
          </a:p>
        </p:txBody>
      </p:sp>
      <p:sp>
        <p:nvSpPr>
          <p:cNvPr id="18" name="Rectangle 17"/>
          <p:cNvSpPr/>
          <p:nvPr/>
        </p:nvSpPr>
        <p:spPr>
          <a:xfrm>
            <a:off x="6976872" y="3108960"/>
            <a:ext cx="36576" cy="2651760"/>
          </a:xfrm>
          <a:prstGeom prst="rect">
            <a:avLst/>
          </a:prstGeom>
          <a:solidFill>
            <a:schemeClr val="accent4"/>
          </a:solidFill>
          <a:ln>
            <a:noFill/>
          </a:ln>
          <a:effectLst/>
        </p:spPr>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292608"/>
          </a:xfrm>
          <a:prstGeom prst="rect">
            <a:avLst/>
          </a:prstGeom>
          <a:noFill/>
        </p:spPr>
        <p:txBody>
          <a:bodyPr wrap="square" anchor="t" lIns="0" rIns="0" tIns="0" bIns="0">
            <a:spAutoFit/>
          </a:bodyPr>
          <a:lstStyle/>
          <a:p>
            <a:pPr algn="l"/>
            <a:r>
              <a:rPr sz="1400" b="1">
                <a:solidFill>
                  <a:schemeClr val="accent2"/>
                </a:solidFill>
                <a:latin typeface="+mn-lt"/>
              </a:rPr>
              <a:t>LOREM IPSUM</a:t>
            </a:r>
          </a:p>
        </p:txBody>
      </p:sp>
      <p:sp>
        <p:nvSpPr>
          <p:cNvPr id="3" name="TextBox 2"/>
          <p:cNvSpPr txBox="1"/>
          <p:nvPr/>
        </p:nvSpPr>
        <p:spPr>
          <a:xfrm>
            <a:off x="822960" y="2057400"/>
            <a:ext cx="5483803" cy="1691640"/>
          </a:xfrm>
          <a:prstGeom prst="rect">
            <a:avLst/>
          </a:prstGeom>
          <a:noFill/>
        </p:spPr>
        <p:txBody>
          <a:bodyPr wrap="square" anchor="t" lIns="0" rIns="0" tIns="0" bIns="0">
            <a:spAutoFit/>
          </a:bodyPr>
          <a:lstStyle/>
          <a:p>
            <a:pPr algn="l"/>
            <a:r>
              <a:rPr sz="4000" b="1">
                <a:solidFill>
                  <a:schemeClr val="tx1"/>
                </a:solidFill>
                <a:latin typeface="+mj-lt"/>
              </a:rPr>
              <a:t>Lorem Ipsum</a:t>
            </a:r>
          </a:p>
          <a:p>
            <a:pPr algn="l"/>
            <a:r>
              <a:rPr sz="4000" b="1">
                <a:solidFill>
                  <a:schemeClr val="tx1"/>
                </a:solidFill>
                <a:latin typeface="+mj-lt"/>
              </a:rPr>
              <a:t>Lorem Ipsum</a:t>
            </a:r>
          </a:p>
        </p:txBody>
      </p:sp>
      <p:sp>
        <p:nvSpPr>
          <p:cNvPr id="4" name="TextBox 3"/>
          <p:cNvSpPr txBox="1"/>
          <p:nvPr/>
        </p:nvSpPr>
        <p:spPr>
          <a:xfrm>
            <a:off x="822960" y="4023360"/>
            <a:ext cx="5483803" cy="777240"/>
          </a:xfrm>
          <a:prstGeom prst="rect">
            <a:avLst/>
          </a:prstGeom>
          <a:noFill/>
        </p:spPr>
        <p:txBody>
          <a:bodyPr wrap="square" anchor="t" lIns="0" rIns="0" tIns="0" bIns="0">
            <a:spAutoFit/>
          </a:bodyPr>
          <a:lstStyle/>
          <a:p>
            <a:pPr algn="l"/>
            <a:r>
              <a:rPr sz="2000" b="0">
                <a:solidFill>
                  <a:schemeClr val="tx1"/>
                </a:solidFill>
                <a:latin typeface="+mn-lt"/>
              </a:rPr>
              <a:t>Lorem ipsum dolor sit amet consectetur</a:t>
            </a:r>
          </a:p>
        </p:txBody>
      </p:sp>
      <p:sp>
        <p:nvSpPr>
          <p:cNvPr id="5" name="TextBox 4"/>
          <p:cNvSpPr txBox="1"/>
          <p:nvPr/>
        </p:nvSpPr>
        <p:spPr>
          <a:xfrm>
            <a:off x="822960" y="5669279"/>
            <a:ext cx="5483803" cy="329184"/>
          </a:xfrm>
          <a:prstGeom prst="rect">
            <a:avLst/>
          </a:prstGeom>
          <a:noFill/>
        </p:spPr>
        <p:txBody>
          <a:bodyPr wrap="square" anchor="t" lIns="0" rIns="0" tIns="0" bIns="0">
            <a:spAutoFit/>
          </a:bodyPr>
          <a:lstStyle/>
          <a:p>
            <a:pPr algn="l"/>
            <a:r>
              <a:rPr sz="1400" b="0">
                <a:solidFill>
                  <a:schemeClr val="accent2"/>
                </a:solidFill>
                <a:latin typeface="+mn-lt"/>
              </a:rPr>
              <a:t>Lorem Ipsum Dolor</a:t>
            </a:r>
          </a:p>
        </p:txBody>
      </p:sp>
      <p:sp>
        <p:nvSpPr>
          <p:cNvPr id="6" name="Rectangle 5"/>
          <p:cNvSpPr/>
          <p:nvPr/>
        </p:nvSpPr>
        <p:spPr>
          <a:xfrm>
            <a:off x="6599371" y="822960"/>
            <a:ext cx="4769364" cy="521208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or brand shape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74520"/>
            <a:ext cx="4007394" cy="960120"/>
          </a:xfrm>
          <a:prstGeom prst="rect">
            <a:avLst/>
          </a:prstGeom>
          <a:noFill/>
        </p:spPr>
        <p:txBody>
          <a:bodyPr wrap="square" anchor="t" lIns="0" rIns="0" tIns="0" bIns="0">
            <a:spAutoFit/>
          </a:bodyPr>
          <a:lstStyle/>
          <a:p>
            <a:pPr algn="l"/>
            <a:r>
              <a:rPr sz="3600" b="1">
                <a:solidFill>
                  <a:schemeClr val="tx1"/>
                </a:solidFill>
                <a:latin typeface="+mj-lt"/>
              </a:rPr>
              <a:t>Lorem</a:t>
            </a:r>
          </a:p>
        </p:txBody>
      </p:sp>
      <p:sp>
        <p:nvSpPr>
          <p:cNvPr id="3" name="TextBox 2"/>
          <p:cNvSpPr txBox="1"/>
          <p:nvPr/>
        </p:nvSpPr>
        <p:spPr>
          <a:xfrm>
            <a:off x="822960" y="2926080"/>
            <a:ext cx="4007394" cy="128016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a:t>
            </a:r>
          </a:p>
        </p:txBody>
      </p:sp>
      <p:sp>
        <p:nvSpPr>
          <p:cNvPr id="4" name="TextBox 3"/>
          <p:cNvSpPr txBox="1"/>
          <p:nvPr/>
        </p:nvSpPr>
        <p:spPr>
          <a:xfrm>
            <a:off x="5397282" y="1691640"/>
            <a:ext cx="960120" cy="868680"/>
          </a:xfrm>
          <a:prstGeom prst="rect">
            <a:avLst/>
          </a:prstGeom>
          <a:noFill/>
        </p:spPr>
        <p:txBody>
          <a:bodyPr wrap="square" anchor="ctr" lIns="0" rIns="0" tIns="0" bIns="0">
            <a:spAutoFit/>
          </a:bodyPr>
          <a:lstStyle/>
          <a:p>
            <a:pPr algn="l"/>
            <a:r>
              <a:rPr sz="2600" b="1">
                <a:solidFill>
                  <a:schemeClr val="accent3"/>
                </a:solidFill>
                <a:latin typeface="+mj-lt"/>
              </a:rPr>
              <a:t>01</a:t>
            </a:r>
          </a:p>
        </p:txBody>
      </p:sp>
      <p:sp>
        <p:nvSpPr>
          <p:cNvPr id="5" name="TextBox 4"/>
          <p:cNvSpPr txBox="1"/>
          <p:nvPr/>
        </p:nvSpPr>
        <p:spPr>
          <a:xfrm>
            <a:off x="6448842" y="1691640"/>
            <a:ext cx="4919892" cy="868680"/>
          </a:xfrm>
          <a:prstGeom prst="rect">
            <a:avLst/>
          </a:prstGeom>
          <a:noFill/>
        </p:spPr>
        <p:txBody>
          <a:bodyPr wrap="square" anchor="ctr" lIns="0" rIns="0" tIns="0" bIns="0">
            <a:spAutoFit/>
          </a:bodyPr>
          <a:lstStyle/>
          <a:p>
            <a:pPr algn="l"/>
            <a:r>
              <a:rPr sz="1800" b="1">
                <a:solidFill>
                  <a:schemeClr val="tx1"/>
                </a:solidFill>
                <a:latin typeface="+mn-lt"/>
              </a:rPr>
              <a:t>Lorem Ipsum</a:t>
            </a:r>
          </a:p>
        </p:txBody>
      </p:sp>
      <p:sp>
        <p:nvSpPr>
          <p:cNvPr id="6" name="Rectangle 5"/>
          <p:cNvSpPr/>
          <p:nvPr/>
        </p:nvSpPr>
        <p:spPr>
          <a:xfrm>
            <a:off x="5397282" y="2532888"/>
            <a:ext cx="5971452" cy="18288"/>
          </a:xfrm>
          <a:prstGeom prst="rect">
            <a:avLst/>
          </a:prstGeom>
          <a:solidFill>
            <a:schemeClr val="accent4"/>
          </a:solidFill>
          <a:ln>
            <a:noFill/>
          </a:ln>
          <a:effectLst/>
        </p:spPr>
        <p:txBody>
          <a:bodyPr rtlCol="0" anchor="ctr"/>
          <a:lstStyle/>
          <a:p>
            <a:pPr algn="ctr"/>
          </a:p>
        </p:txBody>
      </p:sp>
      <p:sp>
        <p:nvSpPr>
          <p:cNvPr id="7" name="TextBox 6"/>
          <p:cNvSpPr txBox="1"/>
          <p:nvPr/>
        </p:nvSpPr>
        <p:spPr>
          <a:xfrm>
            <a:off x="5397282" y="2560320"/>
            <a:ext cx="960120" cy="868680"/>
          </a:xfrm>
          <a:prstGeom prst="rect">
            <a:avLst/>
          </a:prstGeom>
          <a:noFill/>
        </p:spPr>
        <p:txBody>
          <a:bodyPr wrap="square" anchor="ctr" lIns="0" rIns="0" tIns="0" bIns="0">
            <a:spAutoFit/>
          </a:bodyPr>
          <a:lstStyle/>
          <a:p>
            <a:pPr algn="l"/>
            <a:r>
              <a:rPr sz="2600" b="1">
                <a:solidFill>
                  <a:schemeClr val="accent3"/>
                </a:solidFill>
                <a:latin typeface="+mj-lt"/>
              </a:rPr>
              <a:t>02</a:t>
            </a:r>
          </a:p>
        </p:txBody>
      </p:sp>
      <p:sp>
        <p:nvSpPr>
          <p:cNvPr id="8" name="TextBox 7"/>
          <p:cNvSpPr txBox="1"/>
          <p:nvPr/>
        </p:nvSpPr>
        <p:spPr>
          <a:xfrm>
            <a:off x="6448842" y="2560320"/>
            <a:ext cx="4919892" cy="868680"/>
          </a:xfrm>
          <a:prstGeom prst="rect">
            <a:avLst/>
          </a:prstGeom>
          <a:noFill/>
        </p:spPr>
        <p:txBody>
          <a:bodyPr wrap="square" anchor="ctr" lIns="0" rIns="0" tIns="0" bIns="0">
            <a:spAutoFit/>
          </a:bodyPr>
          <a:lstStyle/>
          <a:p>
            <a:pPr algn="l"/>
            <a:r>
              <a:rPr sz="1800" b="1">
                <a:solidFill>
                  <a:schemeClr val="tx1"/>
                </a:solidFill>
                <a:latin typeface="+mn-lt"/>
              </a:rPr>
              <a:t>Lorem Ipsum</a:t>
            </a:r>
          </a:p>
        </p:txBody>
      </p:sp>
      <p:sp>
        <p:nvSpPr>
          <p:cNvPr id="9" name="Rectangle 8"/>
          <p:cNvSpPr/>
          <p:nvPr/>
        </p:nvSpPr>
        <p:spPr>
          <a:xfrm>
            <a:off x="5397282" y="3401568"/>
            <a:ext cx="5971452" cy="18288"/>
          </a:xfrm>
          <a:prstGeom prst="rect">
            <a:avLst/>
          </a:prstGeom>
          <a:solidFill>
            <a:schemeClr val="accent4"/>
          </a:solidFill>
          <a:ln>
            <a:noFill/>
          </a:ln>
          <a:effectLst/>
        </p:spPr>
        <p:txBody>
          <a:bodyPr rtlCol="0" anchor="ctr"/>
          <a:lstStyle/>
          <a:p>
            <a:pPr algn="ctr"/>
          </a:p>
        </p:txBody>
      </p:sp>
      <p:sp>
        <p:nvSpPr>
          <p:cNvPr id="10" name="TextBox 9"/>
          <p:cNvSpPr txBox="1"/>
          <p:nvPr/>
        </p:nvSpPr>
        <p:spPr>
          <a:xfrm>
            <a:off x="5397282" y="3429000"/>
            <a:ext cx="960120" cy="868680"/>
          </a:xfrm>
          <a:prstGeom prst="rect">
            <a:avLst/>
          </a:prstGeom>
          <a:noFill/>
        </p:spPr>
        <p:txBody>
          <a:bodyPr wrap="square" anchor="ctr" lIns="0" rIns="0" tIns="0" bIns="0">
            <a:spAutoFit/>
          </a:bodyPr>
          <a:lstStyle/>
          <a:p>
            <a:pPr algn="l"/>
            <a:r>
              <a:rPr sz="2600" b="1">
                <a:solidFill>
                  <a:schemeClr val="accent3"/>
                </a:solidFill>
                <a:latin typeface="+mj-lt"/>
              </a:rPr>
              <a:t>03</a:t>
            </a:r>
          </a:p>
        </p:txBody>
      </p:sp>
      <p:sp>
        <p:nvSpPr>
          <p:cNvPr id="11" name="TextBox 10"/>
          <p:cNvSpPr txBox="1"/>
          <p:nvPr/>
        </p:nvSpPr>
        <p:spPr>
          <a:xfrm>
            <a:off x="6448842" y="3429000"/>
            <a:ext cx="4919892" cy="868680"/>
          </a:xfrm>
          <a:prstGeom prst="rect">
            <a:avLst/>
          </a:prstGeom>
          <a:noFill/>
        </p:spPr>
        <p:txBody>
          <a:bodyPr wrap="square" anchor="ctr" lIns="0" rIns="0" tIns="0" bIns="0">
            <a:spAutoFit/>
          </a:bodyPr>
          <a:lstStyle/>
          <a:p>
            <a:pPr algn="l"/>
            <a:r>
              <a:rPr sz="1800" b="1">
                <a:solidFill>
                  <a:schemeClr val="tx1"/>
                </a:solidFill>
                <a:latin typeface="+mn-lt"/>
              </a:rPr>
              <a:t>Lorem Ipsum</a:t>
            </a:r>
          </a:p>
        </p:txBody>
      </p:sp>
      <p:sp>
        <p:nvSpPr>
          <p:cNvPr id="12" name="Rectangle 11"/>
          <p:cNvSpPr/>
          <p:nvPr/>
        </p:nvSpPr>
        <p:spPr>
          <a:xfrm>
            <a:off x="5397282" y="4270248"/>
            <a:ext cx="5971452" cy="18288"/>
          </a:xfrm>
          <a:prstGeom prst="rect">
            <a:avLst/>
          </a:prstGeom>
          <a:solidFill>
            <a:schemeClr val="accent4"/>
          </a:solidFill>
          <a:ln>
            <a:noFill/>
          </a:ln>
          <a:effectLst/>
        </p:spPr>
        <p:txBody>
          <a:bodyPr rtlCol="0" anchor="ctr"/>
          <a:lstStyle/>
          <a:p>
            <a:pPr algn="ctr"/>
          </a:p>
        </p:txBody>
      </p:sp>
      <p:sp>
        <p:nvSpPr>
          <p:cNvPr id="13" name="TextBox 12"/>
          <p:cNvSpPr txBox="1"/>
          <p:nvPr/>
        </p:nvSpPr>
        <p:spPr>
          <a:xfrm>
            <a:off x="5397282" y="4297679"/>
            <a:ext cx="960120" cy="868680"/>
          </a:xfrm>
          <a:prstGeom prst="rect">
            <a:avLst/>
          </a:prstGeom>
          <a:noFill/>
        </p:spPr>
        <p:txBody>
          <a:bodyPr wrap="square" anchor="ctr" lIns="0" rIns="0" tIns="0" bIns="0">
            <a:spAutoFit/>
          </a:bodyPr>
          <a:lstStyle/>
          <a:p>
            <a:pPr algn="l"/>
            <a:r>
              <a:rPr sz="2600" b="1">
                <a:solidFill>
                  <a:schemeClr val="accent3"/>
                </a:solidFill>
                <a:latin typeface="+mj-lt"/>
              </a:rPr>
              <a:t>04</a:t>
            </a:r>
          </a:p>
        </p:txBody>
      </p:sp>
      <p:sp>
        <p:nvSpPr>
          <p:cNvPr id="14" name="TextBox 13"/>
          <p:cNvSpPr txBox="1"/>
          <p:nvPr/>
        </p:nvSpPr>
        <p:spPr>
          <a:xfrm>
            <a:off x="6448842" y="4297679"/>
            <a:ext cx="4919892" cy="868680"/>
          </a:xfrm>
          <a:prstGeom prst="rect">
            <a:avLst/>
          </a:prstGeom>
          <a:noFill/>
        </p:spPr>
        <p:txBody>
          <a:bodyPr wrap="square" anchor="ctr" lIns="0" rIns="0" tIns="0" bIns="0">
            <a:spAutoFit/>
          </a:bodyPr>
          <a:lstStyle/>
          <a:p>
            <a:pPr algn="l"/>
            <a:r>
              <a:rPr sz="1800" b="1">
                <a:solidFill>
                  <a:schemeClr val="tx1"/>
                </a:solidFill>
                <a:latin typeface="+mn-lt"/>
              </a:rPr>
              <a:t>Lorem Ipsum</a:t>
            </a:r>
          </a:p>
        </p:txBody>
      </p:sp>
      <p:sp>
        <p:nvSpPr>
          <p:cNvPr id="15" name="Rectangle 14"/>
          <p:cNvSpPr/>
          <p:nvPr/>
        </p:nvSpPr>
        <p:spPr>
          <a:xfrm>
            <a:off x="5397282" y="5138927"/>
            <a:ext cx="5971452" cy="18288"/>
          </a:xfrm>
          <a:prstGeom prst="rect">
            <a:avLst/>
          </a:prstGeom>
          <a:solidFill>
            <a:schemeClr val="accent4"/>
          </a:solidFill>
          <a:ln>
            <a:noFill/>
          </a:ln>
          <a:effectLst/>
        </p:spPr>
        <p:txBody>
          <a:bodyPr rtlCol="0" anchor="ctr"/>
          <a:lstStyle/>
          <a:p>
            <a:pPr algn="ctr"/>
          </a:p>
        </p:txBody>
      </p:sp>
      <p:sp>
        <p:nvSpPr>
          <p:cNvPr id="16" name="TextBox 15"/>
          <p:cNvSpPr txBox="1"/>
          <p:nvPr/>
        </p:nvSpPr>
        <p:spPr>
          <a:xfrm>
            <a:off x="5397282" y="5166360"/>
            <a:ext cx="960120" cy="868680"/>
          </a:xfrm>
          <a:prstGeom prst="rect">
            <a:avLst/>
          </a:prstGeom>
          <a:noFill/>
        </p:spPr>
        <p:txBody>
          <a:bodyPr wrap="square" anchor="ctr" lIns="0" rIns="0" tIns="0" bIns="0">
            <a:spAutoFit/>
          </a:bodyPr>
          <a:lstStyle/>
          <a:p>
            <a:pPr algn="l"/>
            <a:r>
              <a:rPr sz="2600" b="1">
                <a:solidFill>
                  <a:schemeClr val="accent3"/>
                </a:solidFill>
                <a:latin typeface="+mj-lt"/>
              </a:rPr>
              <a:t>05</a:t>
            </a:r>
          </a:p>
        </p:txBody>
      </p:sp>
      <p:sp>
        <p:nvSpPr>
          <p:cNvPr id="17" name="TextBox 16"/>
          <p:cNvSpPr txBox="1"/>
          <p:nvPr/>
        </p:nvSpPr>
        <p:spPr>
          <a:xfrm>
            <a:off x="6448842" y="5166360"/>
            <a:ext cx="4919892" cy="868680"/>
          </a:xfrm>
          <a:prstGeom prst="rect">
            <a:avLst/>
          </a:prstGeom>
          <a:noFill/>
        </p:spPr>
        <p:txBody>
          <a:bodyPr wrap="square" anchor="ctr" lIns="0" rIns="0" tIns="0" bIns="0">
            <a:spAutoFit/>
          </a:bodyPr>
          <a:lstStyle/>
          <a:p>
            <a:pPr algn="l"/>
            <a:r>
              <a:rPr sz="1800" b="1">
                <a:solidFill>
                  <a:schemeClr val="tx1"/>
                </a:solidFill>
                <a:latin typeface="+mn-lt"/>
              </a:rPr>
              <a:t>Lorem Ipsum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5800176" cy="960120"/>
          </a:xfrm>
          <a:prstGeom prst="rect">
            <a:avLst/>
          </a:prstGeom>
          <a:noFill/>
        </p:spPr>
        <p:txBody>
          <a:bodyPr wrap="square" anchor="t" lIns="0" rIns="0" tIns="0" bIns="0">
            <a:spAutoFit/>
          </a:bodyPr>
          <a:lstStyle/>
          <a:p>
            <a:pPr algn="l"/>
            <a:r>
              <a:rPr sz="6400" b="1">
                <a:solidFill>
                  <a:schemeClr val="accent3"/>
                </a:solidFill>
                <a:latin typeface="+mj-lt"/>
              </a:rPr>
              <a:t>00</a:t>
            </a:r>
          </a:p>
        </p:txBody>
      </p:sp>
      <p:sp>
        <p:nvSpPr>
          <p:cNvPr id="3" name="TextBox 2"/>
          <p:cNvSpPr txBox="1"/>
          <p:nvPr/>
        </p:nvSpPr>
        <p:spPr>
          <a:xfrm>
            <a:off x="822960" y="3108960"/>
            <a:ext cx="5800176" cy="1005840"/>
          </a:xfrm>
          <a:prstGeom prst="rect">
            <a:avLst/>
          </a:prstGeom>
          <a:noFill/>
        </p:spPr>
        <p:txBody>
          <a:bodyPr wrap="square" anchor="t" lIns="0" rIns="0" tIns="0" bIns="0">
            <a:spAutoFit/>
          </a:bodyPr>
          <a:lstStyle/>
          <a:p>
            <a:pPr algn="l"/>
            <a:r>
              <a:rPr sz="3600" b="1">
                <a:solidFill>
                  <a:schemeClr val="tx1"/>
                </a:solidFill>
                <a:latin typeface="+mj-lt"/>
              </a:rPr>
              <a:t>Lorem Ipsum</a:t>
            </a:r>
          </a:p>
        </p:txBody>
      </p:sp>
      <p:sp>
        <p:nvSpPr>
          <p:cNvPr id="4" name="TextBox 3"/>
          <p:cNvSpPr txBox="1"/>
          <p:nvPr/>
        </p:nvSpPr>
        <p:spPr>
          <a:xfrm>
            <a:off x="822960" y="4343400"/>
            <a:ext cx="5800176" cy="54864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a:t>
            </a:r>
          </a:p>
        </p:txBody>
      </p:sp>
      <p:sp>
        <p:nvSpPr>
          <p:cNvPr id="5" name="Rectangle 4"/>
          <p:cNvSpPr/>
          <p:nvPr/>
        </p:nvSpPr>
        <p:spPr>
          <a:xfrm>
            <a:off x="6915744" y="822960"/>
            <a:ext cx="4452990" cy="521208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or brand shape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600200"/>
            <a:ext cx="5483803" cy="1600200"/>
          </a:xfrm>
          <a:prstGeom prst="rect">
            <a:avLst/>
          </a:prstGeom>
          <a:noFill/>
        </p:spPr>
        <p:txBody>
          <a:bodyPr wrap="square" anchor="t" lIns="0" rIns="0" tIns="0" bIns="0">
            <a:spAutoFit/>
          </a:bodyPr>
          <a:lstStyle/>
          <a:p>
            <a:pPr algn="l"/>
            <a:r>
              <a:rPr sz="4000" b="1">
                <a:solidFill>
                  <a:schemeClr val="tx1"/>
                </a:solidFill>
                <a:latin typeface="+mj-lt"/>
              </a:rPr>
              <a:t>Lorem Ipsum</a:t>
            </a:r>
          </a:p>
          <a:p>
            <a:pPr algn="l"/>
            <a:r>
              <a:rPr sz="4000" b="1">
                <a:solidFill>
                  <a:schemeClr val="tx1"/>
                </a:solidFill>
                <a:latin typeface="+mj-lt"/>
              </a:rPr>
              <a:t>Lorem</a:t>
            </a:r>
          </a:p>
        </p:txBody>
      </p:sp>
      <p:sp>
        <p:nvSpPr>
          <p:cNvPr id="3" name="Rectangle 2"/>
          <p:cNvSpPr/>
          <p:nvPr/>
        </p:nvSpPr>
        <p:spPr>
          <a:xfrm>
            <a:off x="822960" y="3657600"/>
            <a:ext cx="1417320" cy="1417320"/>
          </a:xfrm>
          <a:prstGeom prst="rect">
            <a:avLst/>
          </a:prstGeom>
          <a:solidFill>
            <a:schemeClr val="accent5"/>
          </a:solidFill>
          <a:ln>
            <a:noFill/>
          </a:ln>
          <a:effectLst/>
        </p:spPr>
        <p:txBody>
          <a:bodyPr rtlCol="0" anchor="ctr"/>
          <a:lstStyle/>
          <a:p>
            <a:pPr algn="ctr"/>
          </a:p>
        </p:txBody>
      </p:sp>
      <p:sp>
        <p:nvSpPr>
          <p:cNvPr id="4" name="TextBox 3"/>
          <p:cNvSpPr txBox="1"/>
          <p:nvPr/>
        </p:nvSpPr>
        <p:spPr>
          <a:xfrm>
            <a:off x="822960" y="3657600"/>
            <a:ext cx="1417320" cy="1417320"/>
          </a:xfrm>
          <a:prstGeom prst="rect">
            <a:avLst/>
          </a:prstGeom>
          <a:noFill/>
        </p:spPr>
        <p:txBody>
          <a:bodyPr wrap="square" anchor="ctr" lIns="0" rIns="0" tIns="0" bIns="0">
            <a:spAutoFit/>
          </a:bodyPr>
          <a:lstStyle/>
          <a:p>
            <a:pPr algn="ctr"/>
            <a:r>
              <a:rPr sz="1800" b="1">
                <a:solidFill>
                  <a:schemeClr val="tx1"/>
                </a:solidFill>
                <a:latin typeface="+mn-lt"/>
              </a:rPr>
              <a:t>QR</a:t>
            </a:r>
          </a:p>
        </p:txBody>
      </p:sp>
      <p:sp>
        <p:nvSpPr>
          <p:cNvPr id="5" name="TextBox 4"/>
          <p:cNvSpPr txBox="1"/>
          <p:nvPr/>
        </p:nvSpPr>
        <p:spPr>
          <a:xfrm>
            <a:off x="2532888" y="3703320"/>
            <a:ext cx="1188720" cy="365760"/>
          </a:xfrm>
          <a:prstGeom prst="rect">
            <a:avLst/>
          </a:prstGeom>
          <a:noFill/>
        </p:spPr>
        <p:txBody>
          <a:bodyPr wrap="square" anchor="ctr" lIns="0" rIns="0" tIns="0" bIns="0">
            <a:spAutoFit/>
          </a:bodyPr>
          <a:lstStyle/>
          <a:p>
            <a:pPr algn="l"/>
            <a:r>
              <a:rPr sz="1400" b="1">
                <a:solidFill>
                  <a:schemeClr val="accent2"/>
                </a:solidFill>
                <a:latin typeface="+mn-lt"/>
              </a:rPr>
              <a:t>Lorem</a:t>
            </a:r>
          </a:p>
        </p:txBody>
      </p:sp>
      <p:sp>
        <p:nvSpPr>
          <p:cNvPr id="6" name="TextBox 5"/>
          <p:cNvSpPr txBox="1"/>
          <p:nvPr/>
        </p:nvSpPr>
        <p:spPr>
          <a:xfrm>
            <a:off x="3813048" y="3703320"/>
            <a:ext cx="2786323" cy="365760"/>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7" name="TextBox 6"/>
          <p:cNvSpPr txBox="1"/>
          <p:nvPr/>
        </p:nvSpPr>
        <p:spPr>
          <a:xfrm>
            <a:off x="2532888" y="4178808"/>
            <a:ext cx="1188720" cy="365760"/>
          </a:xfrm>
          <a:prstGeom prst="rect">
            <a:avLst/>
          </a:prstGeom>
          <a:noFill/>
        </p:spPr>
        <p:txBody>
          <a:bodyPr wrap="square" anchor="ctr" lIns="0" rIns="0" tIns="0" bIns="0">
            <a:spAutoFit/>
          </a:bodyPr>
          <a:lstStyle/>
          <a:p>
            <a:pPr algn="l"/>
            <a:r>
              <a:rPr sz="1400" b="1">
                <a:solidFill>
                  <a:schemeClr val="accent2"/>
                </a:solidFill>
                <a:latin typeface="+mn-lt"/>
              </a:rPr>
              <a:t>Lorem</a:t>
            </a:r>
          </a:p>
        </p:txBody>
      </p:sp>
      <p:sp>
        <p:nvSpPr>
          <p:cNvPr id="8" name="TextBox 7"/>
          <p:cNvSpPr txBox="1"/>
          <p:nvPr/>
        </p:nvSpPr>
        <p:spPr>
          <a:xfrm>
            <a:off x="3813048" y="4178808"/>
            <a:ext cx="2786323" cy="365760"/>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9" name="TextBox 8"/>
          <p:cNvSpPr txBox="1"/>
          <p:nvPr/>
        </p:nvSpPr>
        <p:spPr>
          <a:xfrm>
            <a:off x="2532888" y="4654296"/>
            <a:ext cx="1188720" cy="365760"/>
          </a:xfrm>
          <a:prstGeom prst="rect">
            <a:avLst/>
          </a:prstGeom>
          <a:noFill/>
        </p:spPr>
        <p:txBody>
          <a:bodyPr wrap="square" anchor="ctr" lIns="0" rIns="0" tIns="0" bIns="0">
            <a:spAutoFit/>
          </a:bodyPr>
          <a:lstStyle/>
          <a:p>
            <a:pPr algn="l"/>
            <a:r>
              <a:rPr sz="1400" b="1">
                <a:solidFill>
                  <a:schemeClr val="accent2"/>
                </a:solidFill>
                <a:latin typeface="+mn-lt"/>
              </a:rPr>
              <a:t>Lorem</a:t>
            </a:r>
          </a:p>
        </p:txBody>
      </p:sp>
      <p:sp>
        <p:nvSpPr>
          <p:cNvPr id="10" name="TextBox 9"/>
          <p:cNvSpPr txBox="1"/>
          <p:nvPr/>
        </p:nvSpPr>
        <p:spPr>
          <a:xfrm>
            <a:off x="3813048" y="4654296"/>
            <a:ext cx="2786323" cy="365760"/>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11" name="Rectangle 10"/>
          <p:cNvSpPr/>
          <p:nvPr/>
        </p:nvSpPr>
        <p:spPr>
          <a:xfrm>
            <a:off x="6599371" y="822960"/>
            <a:ext cx="4769364" cy="521208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or brand shape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691640"/>
            <a:ext cx="3703320" cy="434340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Portrait</a:t>
            </a:r>
          </a:p>
        </p:txBody>
      </p:sp>
      <p:sp>
        <p:nvSpPr>
          <p:cNvPr id="3" name="TextBox 2"/>
          <p:cNvSpPr txBox="1"/>
          <p:nvPr/>
        </p:nvSpPr>
        <p:spPr>
          <a:xfrm>
            <a:off x="5001768" y="1691640"/>
            <a:ext cx="6366967" cy="566928"/>
          </a:xfrm>
          <a:prstGeom prst="rect">
            <a:avLst/>
          </a:prstGeom>
          <a:noFill/>
        </p:spPr>
        <p:txBody>
          <a:bodyPr wrap="square" anchor="t" lIns="0" rIns="0" tIns="0" bIns="0">
            <a:spAutoFit/>
          </a:bodyPr>
          <a:lstStyle/>
          <a:p>
            <a:pPr algn="l"/>
            <a:r>
              <a:rPr sz="2600" b="1">
                <a:solidFill>
                  <a:schemeClr val="tx1"/>
                </a:solidFill>
                <a:latin typeface="+mj-lt"/>
              </a:rPr>
              <a:t>Lorem Ipsum</a:t>
            </a:r>
          </a:p>
        </p:txBody>
      </p:sp>
      <p:sp>
        <p:nvSpPr>
          <p:cNvPr id="4" name="TextBox 3"/>
          <p:cNvSpPr txBox="1"/>
          <p:nvPr/>
        </p:nvSpPr>
        <p:spPr>
          <a:xfrm>
            <a:off x="5001768" y="2313432"/>
            <a:ext cx="6366967" cy="365760"/>
          </a:xfrm>
          <a:prstGeom prst="rect">
            <a:avLst/>
          </a:prstGeom>
          <a:noFill/>
        </p:spPr>
        <p:txBody>
          <a:bodyPr wrap="square" anchor="t" lIns="0" rIns="0" tIns="0" bIns="0">
            <a:spAutoFit/>
          </a:bodyPr>
          <a:lstStyle/>
          <a:p>
            <a:pPr algn="l"/>
            <a:r>
              <a:rPr sz="1800" b="0">
                <a:solidFill>
                  <a:schemeClr val="accent2"/>
                </a:solidFill>
                <a:latin typeface="+mn-lt"/>
              </a:rPr>
              <a:t>Lorem Ipsum Dolor</a:t>
            </a:r>
          </a:p>
        </p:txBody>
      </p:sp>
      <p:sp>
        <p:nvSpPr>
          <p:cNvPr id="5" name="Oval 4"/>
          <p:cNvSpPr/>
          <p:nvPr/>
        </p:nvSpPr>
        <p:spPr>
          <a:xfrm>
            <a:off x="5001768" y="3108960"/>
            <a:ext cx="475488" cy="475488"/>
          </a:xfrm>
          <a:prstGeom prst="ellipse">
            <a:avLst/>
          </a:prstGeom>
          <a:solidFill>
            <a:schemeClr val="accent1"/>
          </a:solidFill>
          <a:ln>
            <a:noFill/>
          </a:ln>
          <a:effectLst/>
        </p:spPr>
        <p:txBody>
          <a:bodyPr rtlCol="0" anchor="ctr"/>
          <a:lstStyle/>
          <a:p>
            <a:pPr algn="ctr"/>
          </a:p>
        </p:txBody>
      </p:sp>
      <p:sp>
        <p:nvSpPr>
          <p:cNvPr id="6" name="TextBox 5"/>
          <p:cNvSpPr txBox="1"/>
          <p:nvPr/>
        </p:nvSpPr>
        <p:spPr>
          <a:xfrm>
            <a:off x="5001768" y="3675888"/>
            <a:ext cx="3037179" cy="329184"/>
          </a:xfrm>
          <a:prstGeom prst="rect">
            <a:avLst/>
          </a:prstGeom>
          <a:noFill/>
        </p:spPr>
        <p:txBody>
          <a:bodyPr wrap="square" anchor="t" lIns="0" rIns="0" tIns="0" bIns="0">
            <a:spAutoFit/>
          </a:bodyPr>
          <a:lstStyle/>
          <a:p>
            <a:pPr algn="l"/>
            <a:r>
              <a:rPr sz="1400" b="1">
                <a:solidFill>
                  <a:schemeClr val="tx1"/>
                </a:solidFill>
                <a:latin typeface="+mn-lt"/>
              </a:rPr>
              <a:t>Lorem Ipsum</a:t>
            </a:r>
          </a:p>
        </p:txBody>
      </p:sp>
      <p:sp>
        <p:nvSpPr>
          <p:cNvPr id="7" name="TextBox 6"/>
          <p:cNvSpPr txBox="1"/>
          <p:nvPr/>
        </p:nvSpPr>
        <p:spPr>
          <a:xfrm>
            <a:off x="5001768" y="4023360"/>
            <a:ext cx="3037179" cy="43891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
        <p:nvSpPr>
          <p:cNvPr id="8" name="Oval 7"/>
          <p:cNvSpPr/>
          <p:nvPr/>
        </p:nvSpPr>
        <p:spPr>
          <a:xfrm>
            <a:off x="8331555" y="3108960"/>
            <a:ext cx="475488" cy="475488"/>
          </a:xfrm>
          <a:prstGeom prst="ellipse">
            <a:avLst/>
          </a:prstGeom>
          <a:solidFill>
            <a:schemeClr val="accent1"/>
          </a:solidFill>
          <a:ln>
            <a:noFill/>
          </a:ln>
          <a:effectLst/>
        </p:spPr>
        <p:txBody>
          <a:bodyPr rtlCol="0" anchor="ctr"/>
          <a:lstStyle/>
          <a:p>
            <a:pPr algn="ctr"/>
          </a:p>
        </p:txBody>
      </p:sp>
      <p:sp>
        <p:nvSpPr>
          <p:cNvPr id="9" name="TextBox 8"/>
          <p:cNvSpPr txBox="1"/>
          <p:nvPr/>
        </p:nvSpPr>
        <p:spPr>
          <a:xfrm>
            <a:off x="8331555" y="3675888"/>
            <a:ext cx="3037179" cy="329184"/>
          </a:xfrm>
          <a:prstGeom prst="rect">
            <a:avLst/>
          </a:prstGeom>
          <a:noFill/>
        </p:spPr>
        <p:txBody>
          <a:bodyPr wrap="square" anchor="t" lIns="0" rIns="0" tIns="0" bIns="0">
            <a:spAutoFit/>
          </a:bodyPr>
          <a:lstStyle/>
          <a:p>
            <a:pPr algn="l"/>
            <a:r>
              <a:rPr sz="1400" b="1">
                <a:solidFill>
                  <a:schemeClr val="tx1"/>
                </a:solidFill>
                <a:latin typeface="+mn-lt"/>
              </a:rPr>
              <a:t>Lorem Ipsum</a:t>
            </a:r>
          </a:p>
        </p:txBody>
      </p:sp>
      <p:sp>
        <p:nvSpPr>
          <p:cNvPr id="10" name="TextBox 9"/>
          <p:cNvSpPr txBox="1"/>
          <p:nvPr/>
        </p:nvSpPr>
        <p:spPr>
          <a:xfrm>
            <a:off x="8331555" y="4023360"/>
            <a:ext cx="3037179" cy="43891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
        <p:nvSpPr>
          <p:cNvPr id="11" name="Oval 10"/>
          <p:cNvSpPr/>
          <p:nvPr/>
        </p:nvSpPr>
        <p:spPr>
          <a:xfrm>
            <a:off x="5001768" y="4526280"/>
            <a:ext cx="475488" cy="475488"/>
          </a:xfrm>
          <a:prstGeom prst="ellipse">
            <a:avLst/>
          </a:prstGeom>
          <a:solidFill>
            <a:schemeClr val="accent1"/>
          </a:solidFill>
          <a:ln>
            <a:noFill/>
          </a:ln>
          <a:effectLst/>
        </p:spPr>
        <p:txBody>
          <a:bodyPr rtlCol="0" anchor="ctr"/>
          <a:lstStyle/>
          <a:p>
            <a:pPr algn="ctr"/>
          </a:p>
        </p:txBody>
      </p:sp>
      <p:sp>
        <p:nvSpPr>
          <p:cNvPr id="12" name="TextBox 11"/>
          <p:cNvSpPr txBox="1"/>
          <p:nvPr/>
        </p:nvSpPr>
        <p:spPr>
          <a:xfrm>
            <a:off x="5001768" y="5093208"/>
            <a:ext cx="3037179" cy="329184"/>
          </a:xfrm>
          <a:prstGeom prst="rect">
            <a:avLst/>
          </a:prstGeom>
          <a:noFill/>
        </p:spPr>
        <p:txBody>
          <a:bodyPr wrap="square" anchor="t" lIns="0" rIns="0" tIns="0" bIns="0">
            <a:spAutoFit/>
          </a:bodyPr>
          <a:lstStyle/>
          <a:p>
            <a:pPr algn="l"/>
            <a:r>
              <a:rPr sz="1400" b="1">
                <a:solidFill>
                  <a:schemeClr val="tx1"/>
                </a:solidFill>
                <a:latin typeface="+mn-lt"/>
              </a:rPr>
              <a:t>Lorem Ipsum</a:t>
            </a:r>
          </a:p>
        </p:txBody>
      </p:sp>
      <p:sp>
        <p:nvSpPr>
          <p:cNvPr id="13" name="TextBox 12"/>
          <p:cNvSpPr txBox="1"/>
          <p:nvPr/>
        </p:nvSpPr>
        <p:spPr>
          <a:xfrm>
            <a:off x="5001768" y="5440680"/>
            <a:ext cx="3037179" cy="43891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
        <p:nvSpPr>
          <p:cNvPr id="14" name="Oval 13"/>
          <p:cNvSpPr/>
          <p:nvPr/>
        </p:nvSpPr>
        <p:spPr>
          <a:xfrm>
            <a:off x="8331555" y="4526280"/>
            <a:ext cx="475488" cy="475488"/>
          </a:xfrm>
          <a:prstGeom prst="ellipse">
            <a:avLst/>
          </a:prstGeom>
          <a:solidFill>
            <a:schemeClr val="accent1"/>
          </a:solidFill>
          <a:ln>
            <a:noFill/>
          </a:ln>
          <a:effectLst/>
        </p:spPr>
        <p:txBody>
          <a:bodyPr rtlCol="0" anchor="ctr"/>
          <a:lstStyle/>
          <a:p>
            <a:pPr algn="ctr"/>
          </a:p>
        </p:txBody>
      </p:sp>
      <p:sp>
        <p:nvSpPr>
          <p:cNvPr id="15" name="TextBox 14"/>
          <p:cNvSpPr txBox="1"/>
          <p:nvPr/>
        </p:nvSpPr>
        <p:spPr>
          <a:xfrm>
            <a:off x="8331555" y="5093208"/>
            <a:ext cx="3037179" cy="329184"/>
          </a:xfrm>
          <a:prstGeom prst="rect">
            <a:avLst/>
          </a:prstGeom>
          <a:noFill/>
        </p:spPr>
        <p:txBody>
          <a:bodyPr wrap="square" anchor="t" lIns="0" rIns="0" tIns="0" bIns="0">
            <a:spAutoFit/>
          </a:bodyPr>
          <a:lstStyle/>
          <a:p>
            <a:pPr algn="l"/>
            <a:r>
              <a:rPr sz="1400" b="1">
                <a:solidFill>
                  <a:schemeClr val="tx1"/>
                </a:solidFill>
                <a:latin typeface="+mn-lt"/>
              </a:rPr>
              <a:t>Lorem Ipsum</a:t>
            </a:r>
          </a:p>
        </p:txBody>
      </p:sp>
      <p:sp>
        <p:nvSpPr>
          <p:cNvPr id="16" name="TextBox 15"/>
          <p:cNvSpPr txBox="1"/>
          <p:nvPr/>
        </p:nvSpPr>
        <p:spPr>
          <a:xfrm>
            <a:off x="8331555" y="5440680"/>
            <a:ext cx="3037179" cy="43891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ctr"/>
            <a:r>
              <a:rPr sz="1600" b="0">
                <a:solidFill>
                  <a:schemeClr val="tx1"/>
                </a:solidFill>
                <a:latin typeface="+mn-lt"/>
              </a:rPr>
              <a:t>Lorem ipsum dolor sit amet consectetur adipiscing elit sed do eiusmod tempor incididunt ut labore et dolore magna aliqua ut enim ad minim veniam quis nostrud exercitation ullamco laboris</a:t>
            </a:r>
          </a:p>
        </p:txBody>
      </p:sp>
      <p:sp>
        <p:nvSpPr>
          <p:cNvPr id="4" name="Rectangle 3"/>
          <p:cNvSpPr/>
          <p:nvPr/>
        </p:nvSpPr>
        <p:spPr>
          <a:xfrm>
            <a:off x="822960" y="2331720"/>
            <a:ext cx="2416987" cy="214792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Portrait</a:t>
            </a:r>
          </a:p>
        </p:txBody>
      </p:sp>
      <p:sp>
        <p:nvSpPr>
          <p:cNvPr id="5" name="TextBox 4"/>
          <p:cNvSpPr txBox="1"/>
          <p:nvPr/>
        </p:nvSpPr>
        <p:spPr>
          <a:xfrm>
            <a:off x="822960" y="4625949"/>
            <a:ext cx="2416987"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6" name="TextBox 5"/>
          <p:cNvSpPr txBox="1"/>
          <p:nvPr/>
        </p:nvSpPr>
        <p:spPr>
          <a:xfrm>
            <a:off x="822960" y="4991709"/>
            <a:ext cx="2416987" cy="310896"/>
          </a:xfrm>
          <a:prstGeom prst="rect">
            <a:avLst/>
          </a:prstGeom>
          <a:noFill/>
        </p:spPr>
        <p:txBody>
          <a:bodyPr wrap="square" anchor="t" lIns="0" rIns="0" tIns="0" bIns="0">
            <a:spAutoFit/>
          </a:bodyPr>
          <a:lstStyle/>
          <a:p>
            <a:pPr algn="l"/>
            <a:r>
              <a:rPr sz="1400" b="0">
                <a:solidFill>
                  <a:schemeClr val="accent2"/>
                </a:solidFill>
                <a:latin typeface="+mn-lt"/>
              </a:rPr>
              <a:t>Lorem Ipsum</a:t>
            </a:r>
          </a:p>
        </p:txBody>
      </p:sp>
      <p:sp>
        <p:nvSpPr>
          <p:cNvPr id="7" name="TextBox 6"/>
          <p:cNvSpPr txBox="1"/>
          <p:nvPr/>
        </p:nvSpPr>
        <p:spPr>
          <a:xfrm>
            <a:off x="822960" y="5357469"/>
            <a:ext cx="2416987" cy="595274"/>
          </a:xfrm>
          <a:prstGeom prst="rect">
            <a:avLst/>
          </a:prstGeom>
          <a:noFill/>
        </p:spPr>
        <p:txBody>
          <a:bodyPr wrap="square" anchor="t" lIns="0" rIns="0" tIns="0" bIns="0">
            <a:spAutoFit/>
          </a:bodyPr>
          <a:lstStyle/>
          <a:p>
            <a:pPr algn="l"/>
            <a:r>
              <a:rPr sz="1400" b="0">
                <a:solidFill>
                  <a:schemeClr val="tx1"/>
                </a:solidFill>
                <a:latin typeface="+mn-lt"/>
              </a:rPr>
              <a:t>Lorem ipsum dolor sit</a:t>
            </a:r>
          </a:p>
        </p:txBody>
      </p:sp>
      <p:sp>
        <p:nvSpPr>
          <p:cNvPr id="8" name="Rectangle 7"/>
          <p:cNvSpPr/>
          <p:nvPr/>
        </p:nvSpPr>
        <p:spPr>
          <a:xfrm>
            <a:off x="3532555" y="2331720"/>
            <a:ext cx="2416987" cy="214792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Portrait</a:t>
            </a:r>
          </a:p>
        </p:txBody>
      </p:sp>
      <p:sp>
        <p:nvSpPr>
          <p:cNvPr id="9" name="TextBox 8"/>
          <p:cNvSpPr txBox="1"/>
          <p:nvPr/>
        </p:nvSpPr>
        <p:spPr>
          <a:xfrm>
            <a:off x="3532555" y="4625949"/>
            <a:ext cx="2416987"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0" name="TextBox 9"/>
          <p:cNvSpPr txBox="1"/>
          <p:nvPr/>
        </p:nvSpPr>
        <p:spPr>
          <a:xfrm>
            <a:off x="3532555" y="4991709"/>
            <a:ext cx="2416987" cy="310896"/>
          </a:xfrm>
          <a:prstGeom prst="rect">
            <a:avLst/>
          </a:prstGeom>
          <a:noFill/>
        </p:spPr>
        <p:txBody>
          <a:bodyPr wrap="square" anchor="t" lIns="0" rIns="0" tIns="0" bIns="0">
            <a:spAutoFit/>
          </a:bodyPr>
          <a:lstStyle/>
          <a:p>
            <a:pPr algn="l"/>
            <a:r>
              <a:rPr sz="1400" b="0">
                <a:solidFill>
                  <a:schemeClr val="accent2"/>
                </a:solidFill>
                <a:latin typeface="+mn-lt"/>
              </a:rPr>
              <a:t>Lorem Ipsum</a:t>
            </a:r>
          </a:p>
        </p:txBody>
      </p:sp>
      <p:sp>
        <p:nvSpPr>
          <p:cNvPr id="11" name="TextBox 10"/>
          <p:cNvSpPr txBox="1"/>
          <p:nvPr/>
        </p:nvSpPr>
        <p:spPr>
          <a:xfrm>
            <a:off x="3532555" y="5357469"/>
            <a:ext cx="2416987" cy="595274"/>
          </a:xfrm>
          <a:prstGeom prst="rect">
            <a:avLst/>
          </a:prstGeom>
          <a:noFill/>
        </p:spPr>
        <p:txBody>
          <a:bodyPr wrap="square" anchor="t" lIns="0" rIns="0" tIns="0" bIns="0">
            <a:spAutoFit/>
          </a:bodyPr>
          <a:lstStyle/>
          <a:p>
            <a:pPr algn="l"/>
            <a:r>
              <a:rPr sz="1400" b="0">
                <a:solidFill>
                  <a:schemeClr val="tx1"/>
                </a:solidFill>
                <a:latin typeface="+mn-lt"/>
              </a:rPr>
              <a:t>Lorem ipsum dolor sit</a:t>
            </a:r>
          </a:p>
        </p:txBody>
      </p:sp>
      <p:sp>
        <p:nvSpPr>
          <p:cNvPr id="12" name="Rectangle 11"/>
          <p:cNvSpPr/>
          <p:nvPr/>
        </p:nvSpPr>
        <p:spPr>
          <a:xfrm>
            <a:off x="6242151" y="2331720"/>
            <a:ext cx="2416987" cy="214792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Portrait</a:t>
            </a:r>
          </a:p>
        </p:txBody>
      </p:sp>
      <p:sp>
        <p:nvSpPr>
          <p:cNvPr id="13" name="TextBox 12"/>
          <p:cNvSpPr txBox="1"/>
          <p:nvPr/>
        </p:nvSpPr>
        <p:spPr>
          <a:xfrm>
            <a:off x="6242151" y="4625949"/>
            <a:ext cx="2416987"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4" name="TextBox 13"/>
          <p:cNvSpPr txBox="1"/>
          <p:nvPr/>
        </p:nvSpPr>
        <p:spPr>
          <a:xfrm>
            <a:off x="6242151" y="4991709"/>
            <a:ext cx="2416987" cy="310896"/>
          </a:xfrm>
          <a:prstGeom prst="rect">
            <a:avLst/>
          </a:prstGeom>
          <a:noFill/>
        </p:spPr>
        <p:txBody>
          <a:bodyPr wrap="square" anchor="t" lIns="0" rIns="0" tIns="0" bIns="0">
            <a:spAutoFit/>
          </a:bodyPr>
          <a:lstStyle/>
          <a:p>
            <a:pPr algn="l"/>
            <a:r>
              <a:rPr sz="1400" b="0">
                <a:solidFill>
                  <a:schemeClr val="accent2"/>
                </a:solidFill>
                <a:latin typeface="+mn-lt"/>
              </a:rPr>
              <a:t>Lorem Ipsum</a:t>
            </a:r>
          </a:p>
        </p:txBody>
      </p:sp>
      <p:sp>
        <p:nvSpPr>
          <p:cNvPr id="15" name="TextBox 14"/>
          <p:cNvSpPr txBox="1"/>
          <p:nvPr/>
        </p:nvSpPr>
        <p:spPr>
          <a:xfrm>
            <a:off x="6242151" y="5357469"/>
            <a:ext cx="2416987" cy="595274"/>
          </a:xfrm>
          <a:prstGeom prst="rect">
            <a:avLst/>
          </a:prstGeom>
          <a:noFill/>
        </p:spPr>
        <p:txBody>
          <a:bodyPr wrap="square" anchor="t" lIns="0" rIns="0" tIns="0" bIns="0">
            <a:spAutoFit/>
          </a:bodyPr>
          <a:lstStyle/>
          <a:p>
            <a:pPr algn="l"/>
            <a:r>
              <a:rPr sz="1400" b="0">
                <a:solidFill>
                  <a:schemeClr val="tx1"/>
                </a:solidFill>
                <a:latin typeface="+mn-lt"/>
              </a:rPr>
              <a:t>Lorem ipsum dolor sit</a:t>
            </a:r>
          </a:p>
        </p:txBody>
      </p:sp>
      <p:sp>
        <p:nvSpPr>
          <p:cNvPr id="16" name="Rectangle 15"/>
          <p:cNvSpPr/>
          <p:nvPr/>
        </p:nvSpPr>
        <p:spPr>
          <a:xfrm>
            <a:off x="8951747" y="2331720"/>
            <a:ext cx="2416987" cy="214792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Portrait</a:t>
            </a:r>
          </a:p>
        </p:txBody>
      </p:sp>
      <p:sp>
        <p:nvSpPr>
          <p:cNvPr id="17" name="TextBox 16"/>
          <p:cNvSpPr txBox="1"/>
          <p:nvPr/>
        </p:nvSpPr>
        <p:spPr>
          <a:xfrm>
            <a:off x="8951747" y="4625949"/>
            <a:ext cx="2416987"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8" name="TextBox 17"/>
          <p:cNvSpPr txBox="1"/>
          <p:nvPr/>
        </p:nvSpPr>
        <p:spPr>
          <a:xfrm>
            <a:off x="8951747" y="4991709"/>
            <a:ext cx="2416987" cy="310896"/>
          </a:xfrm>
          <a:prstGeom prst="rect">
            <a:avLst/>
          </a:prstGeom>
          <a:noFill/>
        </p:spPr>
        <p:txBody>
          <a:bodyPr wrap="square" anchor="t" lIns="0" rIns="0" tIns="0" bIns="0">
            <a:spAutoFit/>
          </a:bodyPr>
          <a:lstStyle/>
          <a:p>
            <a:pPr algn="l"/>
            <a:r>
              <a:rPr sz="1400" b="0">
                <a:solidFill>
                  <a:schemeClr val="accent2"/>
                </a:solidFill>
                <a:latin typeface="+mn-lt"/>
              </a:rPr>
              <a:t>Lorem Ipsum</a:t>
            </a:r>
          </a:p>
        </p:txBody>
      </p:sp>
      <p:sp>
        <p:nvSpPr>
          <p:cNvPr id="19" name="TextBox 18"/>
          <p:cNvSpPr txBox="1"/>
          <p:nvPr/>
        </p:nvSpPr>
        <p:spPr>
          <a:xfrm>
            <a:off x="8951747" y="5357469"/>
            <a:ext cx="2416987" cy="595274"/>
          </a:xfrm>
          <a:prstGeom prst="rect">
            <a:avLst/>
          </a:prstGeom>
          <a:noFill/>
        </p:spPr>
        <p:txBody>
          <a:bodyPr wrap="square" anchor="t" lIns="0" rIns="0" tIns="0" bIns="0">
            <a:spAutoFit/>
          </a:bodyPr>
          <a:lstStyle/>
          <a:p>
            <a:pPr algn="l"/>
            <a:r>
              <a:rPr sz="1400" b="0">
                <a:solidFill>
                  <a:schemeClr val="tx1"/>
                </a:solidFill>
                <a:latin typeface="+mn-lt"/>
              </a:rPr>
              <a:t>Lorem ipsum dolor sit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Rectangle 2"/>
          <p:cNvSpPr/>
          <p:nvPr/>
        </p:nvSpPr>
        <p:spPr>
          <a:xfrm>
            <a:off x="822960" y="1691640"/>
            <a:ext cx="2208660" cy="47548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4" name="Rectangle 3"/>
          <p:cNvSpPr/>
          <p:nvPr/>
        </p:nvSpPr>
        <p:spPr>
          <a:xfrm>
            <a:off x="3049908" y="1691640"/>
            <a:ext cx="1422678" cy="47548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5" name="Rectangle 4"/>
          <p:cNvSpPr/>
          <p:nvPr/>
        </p:nvSpPr>
        <p:spPr>
          <a:xfrm>
            <a:off x="4490874" y="1691640"/>
            <a:ext cx="1553675" cy="47548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6" name="Rectangle 5"/>
          <p:cNvSpPr/>
          <p:nvPr/>
        </p:nvSpPr>
        <p:spPr>
          <a:xfrm>
            <a:off x="6062837" y="1691640"/>
            <a:ext cx="1291681" cy="47548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a:t>
            </a:r>
          </a:p>
        </p:txBody>
      </p:sp>
      <p:sp>
        <p:nvSpPr>
          <p:cNvPr id="7" name="Rectangle 6"/>
          <p:cNvSpPr/>
          <p:nvPr/>
        </p:nvSpPr>
        <p:spPr>
          <a:xfrm>
            <a:off x="822960" y="2167128"/>
            <a:ext cx="2208660" cy="448055"/>
          </a:xfrm>
          <a:prstGeom prst="rect">
            <a:avLst/>
          </a:prstGeom>
          <a:solidFill>
            <a:schemeClr val="accent5"/>
          </a:solidFill>
          <a:ln>
            <a:noFill/>
          </a:ln>
          <a:effectLst/>
        </p:spPr>
        <p:txBody>
          <a:bodyPr rtlCol="0" anchor="ctr" wrap="square" lIns="164592" rIns="164592" tIns="109728" bIns="109728"/>
          <a:lstStyle/>
          <a:p>
            <a:pPr algn="l"/>
            <a:r>
              <a:rPr sz="1400" b="0">
                <a:solidFill>
                  <a:schemeClr val="tx1"/>
                </a:solidFill>
                <a:latin typeface="+mn-lt"/>
              </a:rPr>
              <a:t>Lorem ipsum dolor sit</a:t>
            </a:r>
          </a:p>
        </p:txBody>
      </p:sp>
      <p:sp>
        <p:nvSpPr>
          <p:cNvPr id="8" name="Rectangle 7"/>
          <p:cNvSpPr/>
          <p:nvPr/>
        </p:nvSpPr>
        <p:spPr>
          <a:xfrm>
            <a:off x="3049908" y="2167128"/>
            <a:ext cx="1422678" cy="44805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9" name="Rectangle 8"/>
          <p:cNvSpPr/>
          <p:nvPr/>
        </p:nvSpPr>
        <p:spPr>
          <a:xfrm>
            <a:off x="4490874" y="2167128"/>
            <a:ext cx="1553675" cy="44805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0" name="Rectangle 9"/>
          <p:cNvSpPr/>
          <p:nvPr/>
        </p:nvSpPr>
        <p:spPr>
          <a:xfrm>
            <a:off x="6062837" y="2167128"/>
            <a:ext cx="1291681" cy="44805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1" name="Rectangle 10"/>
          <p:cNvSpPr/>
          <p:nvPr/>
        </p:nvSpPr>
        <p:spPr>
          <a:xfrm>
            <a:off x="822960" y="2633472"/>
            <a:ext cx="2208660" cy="448055"/>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a:t>
            </a:r>
          </a:p>
        </p:txBody>
      </p:sp>
      <p:sp>
        <p:nvSpPr>
          <p:cNvPr id="12" name="Rectangle 11"/>
          <p:cNvSpPr/>
          <p:nvPr/>
        </p:nvSpPr>
        <p:spPr>
          <a:xfrm>
            <a:off x="3049908" y="2633472"/>
            <a:ext cx="1422678"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3" name="Rectangle 12"/>
          <p:cNvSpPr/>
          <p:nvPr/>
        </p:nvSpPr>
        <p:spPr>
          <a:xfrm>
            <a:off x="4490874" y="2633472"/>
            <a:ext cx="1553675"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4" name="Rectangle 13"/>
          <p:cNvSpPr/>
          <p:nvPr/>
        </p:nvSpPr>
        <p:spPr>
          <a:xfrm>
            <a:off x="6062837" y="2633472"/>
            <a:ext cx="1291681"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5" name="Rectangle 14"/>
          <p:cNvSpPr/>
          <p:nvPr/>
        </p:nvSpPr>
        <p:spPr>
          <a:xfrm>
            <a:off x="822960" y="3099815"/>
            <a:ext cx="2208660" cy="448055"/>
          </a:xfrm>
          <a:prstGeom prst="rect">
            <a:avLst/>
          </a:prstGeom>
          <a:solidFill>
            <a:schemeClr val="accent5"/>
          </a:solidFill>
          <a:ln>
            <a:noFill/>
          </a:ln>
          <a:effectLst/>
        </p:spPr>
        <p:txBody>
          <a:bodyPr rtlCol="0" anchor="ctr" wrap="square" lIns="164592" rIns="164592" tIns="109728" bIns="109728"/>
          <a:lstStyle/>
          <a:p>
            <a:pPr algn="l"/>
            <a:r>
              <a:rPr sz="1400" b="0">
                <a:solidFill>
                  <a:schemeClr val="tx1"/>
                </a:solidFill>
                <a:latin typeface="+mn-lt"/>
              </a:rPr>
              <a:t>Lorem ipsum dolor sit</a:t>
            </a:r>
          </a:p>
        </p:txBody>
      </p:sp>
      <p:sp>
        <p:nvSpPr>
          <p:cNvPr id="16" name="Rectangle 15"/>
          <p:cNvSpPr/>
          <p:nvPr/>
        </p:nvSpPr>
        <p:spPr>
          <a:xfrm>
            <a:off x="3049908" y="3099815"/>
            <a:ext cx="1422678" cy="44805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7" name="Rectangle 16"/>
          <p:cNvSpPr/>
          <p:nvPr/>
        </p:nvSpPr>
        <p:spPr>
          <a:xfrm>
            <a:off x="4490874" y="3099815"/>
            <a:ext cx="1553675" cy="44805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8" name="Rectangle 17"/>
          <p:cNvSpPr/>
          <p:nvPr/>
        </p:nvSpPr>
        <p:spPr>
          <a:xfrm>
            <a:off x="6062837" y="3099815"/>
            <a:ext cx="1291681" cy="448055"/>
          </a:xfrm>
          <a:prstGeom prst="rect">
            <a:avLst/>
          </a:prstGeom>
          <a:solidFill>
            <a:schemeClr val="accent5"/>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19" name="Rectangle 18"/>
          <p:cNvSpPr/>
          <p:nvPr/>
        </p:nvSpPr>
        <p:spPr>
          <a:xfrm>
            <a:off x="822960" y="3566160"/>
            <a:ext cx="2208660" cy="448055"/>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a:t>
            </a:r>
          </a:p>
        </p:txBody>
      </p:sp>
      <p:sp>
        <p:nvSpPr>
          <p:cNvPr id="20" name="Rectangle 19"/>
          <p:cNvSpPr/>
          <p:nvPr/>
        </p:nvSpPr>
        <p:spPr>
          <a:xfrm>
            <a:off x="3049908" y="3566160"/>
            <a:ext cx="1422678"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21" name="Rectangle 20"/>
          <p:cNvSpPr/>
          <p:nvPr/>
        </p:nvSpPr>
        <p:spPr>
          <a:xfrm>
            <a:off x="4490874" y="3566160"/>
            <a:ext cx="1553675"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22" name="Rectangle 21"/>
          <p:cNvSpPr/>
          <p:nvPr/>
        </p:nvSpPr>
        <p:spPr>
          <a:xfrm>
            <a:off x="6062837" y="3566160"/>
            <a:ext cx="1291681"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23" name="Rectangle 22"/>
          <p:cNvSpPr/>
          <p:nvPr/>
        </p:nvSpPr>
        <p:spPr>
          <a:xfrm>
            <a:off x="822960" y="4032504"/>
            <a:ext cx="2208660" cy="448055"/>
          </a:xfrm>
          <a:prstGeom prst="rect">
            <a:avLst/>
          </a:prstGeom>
          <a:solidFill>
            <a:schemeClr val="accent1"/>
          </a:solidFill>
          <a:ln>
            <a:noFill/>
          </a:ln>
          <a:effectLst/>
        </p:spPr>
        <p:txBody>
          <a:bodyPr rtlCol="0" anchor="ctr" wrap="square" lIns="164592" rIns="164592" tIns="109728" bIns="109728"/>
          <a:lstStyle/>
          <a:p>
            <a:pPr algn="l"/>
            <a:r>
              <a:rPr sz="1400" b="1">
                <a:solidFill>
                  <a:schemeClr val="bg1"/>
                </a:solidFill>
                <a:latin typeface="+mn-lt"/>
              </a:rPr>
              <a:t>Lorem ipsum dolor sit</a:t>
            </a:r>
          </a:p>
        </p:txBody>
      </p:sp>
      <p:sp>
        <p:nvSpPr>
          <p:cNvPr id="24" name="Rectangle 23"/>
          <p:cNvSpPr/>
          <p:nvPr/>
        </p:nvSpPr>
        <p:spPr>
          <a:xfrm>
            <a:off x="3049908" y="4032504"/>
            <a:ext cx="1422678" cy="448055"/>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00.000</a:t>
            </a:r>
          </a:p>
        </p:txBody>
      </p:sp>
      <p:sp>
        <p:nvSpPr>
          <p:cNvPr id="25" name="Rectangle 24"/>
          <p:cNvSpPr/>
          <p:nvPr/>
        </p:nvSpPr>
        <p:spPr>
          <a:xfrm>
            <a:off x="4490874" y="4032504"/>
            <a:ext cx="1553675" cy="448055"/>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00.000</a:t>
            </a:r>
          </a:p>
        </p:txBody>
      </p:sp>
      <p:sp>
        <p:nvSpPr>
          <p:cNvPr id="26" name="Rectangle 25"/>
          <p:cNvSpPr/>
          <p:nvPr/>
        </p:nvSpPr>
        <p:spPr>
          <a:xfrm>
            <a:off x="6062837" y="4032504"/>
            <a:ext cx="1291681" cy="448055"/>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00.000</a:t>
            </a:r>
          </a:p>
        </p:txBody>
      </p:sp>
      <p:sp>
        <p:nvSpPr>
          <p:cNvPr id="27" name="Rectangle 26"/>
          <p:cNvSpPr/>
          <p:nvPr/>
        </p:nvSpPr>
        <p:spPr>
          <a:xfrm>
            <a:off x="822960" y="4498848"/>
            <a:ext cx="2208660" cy="448055"/>
          </a:xfrm>
          <a:prstGeom prst="rect">
            <a:avLst/>
          </a:prstGeom>
          <a:solidFill>
            <a:schemeClr val="bg2"/>
          </a:solidFill>
          <a:ln>
            <a:noFill/>
          </a:ln>
          <a:effectLst/>
        </p:spPr>
        <p:txBody>
          <a:bodyPr rtlCol="0" anchor="ctr" wrap="square" lIns="164592" rIns="164592" tIns="109728" bIns="109728"/>
          <a:lstStyle/>
          <a:p>
            <a:pPr algn="l"/>
            <a:r>
              <a:rPr sz="1400" b="0">
                <a:solidFill>
                  <a:schemeClr val="tx1"/>
                </a:solidFill>
                <a:latin typeface="+mn-lt"/>
              </a:rPr>
              <a:t>Lorem ipsum dolor sit</a:t>
            </a:r>
          </a:p>
        </p:txBody>
      </p:sp>
      <p:sp>
        <p:nvSpPr>
          <p:cNvPr id="28" name="Rectangle 27"/>
          <p:cNvSpPr/>
          <p:nvPr/>
        </p:nvSpPr>
        <p:spPr>
          <a:xfrm>
            <a:off x="3049908" y="4498848"/>
            <a:ext cx="1422678"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29" name="Rectangle 28"/>
          <p:cNvSpPr/>
          <p:nvPr/>
        </p:nvSpPr>
        <p:spPr>
          <a:xfrm>
            <a:off x="4490874" y="4498848"/>
            <a:ext cx="1553675"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30" name="Rectangle 29"/>
          <p:cNvSpPr/>
          <p:nvPr/>
        </p:nvSpPr>
        <p:spPr>
          <a:xfrm>
            <a:off x="6062837" y="4498848"/>
            <a:ext cx="1291681" cy="448055"/>
          </a:xfrm>
          <a:prstGeom prst="rect">
            <a:avLst/>
          </a:prstGeom>
          <a:solidFill>
            <a:schemeClr val="bg2"/>
          </a:solidFill>
          <a:ln>
            <a:noFill/>
          </a:ln>
          <a:effectLst/>
        </p:spPr>
        <p:txBody>
          <a:bodyPr rtlCol="0" anchor="ctr" wrap="square" lIns="164592" rIns="164592" tIns="109728" bIns="109728"/>
          <a:lstStyle/>
          <a:p>
            <a:pPr algn="ctr"/>
            <a:r>
              <a:rPr sz="1400" b="0">
                <a:solidFill>
                  <a:schemeClr val="tx1"/>
                </a:solidFill>
                <a:latin typeface="+mn-lt"/>
              </a:rPr>
              <a:t>00.000</a:t>
            </a:r>
          </a:p>
        </p:txBody>
      </p:sp>
      <p:sp>
        <p:nvSpPr>
          <p:cNvPr id="31" name="Rectangle 30"/>
          <p:cNvSpPr/>
          <p:nvPr/>
        </p:nvSpPr>
        <p:spPr>
          <a:xfrm>
            <a:off x="7665415" y="1691640"/>
            <a:ext cx="3703320" cy="3273551"/>
          </a:xfrm>
          <a:prstGeom prst="rect">
            <a:avLst/>
          </a:prstGeom>
          <a:solidFill>
            <a:schemeClr val="bg2"/>
          </a:solidFill>
          <a:ln>
            <a:noFill/>
          </a:ln>
          <a:effectLst/>
        </p:spPr>
        <p:txBody>
          <a:bodyPr rtlCol="0" anchor="ctr"/>
          <a:lstStyle/>
          <a:p>
            <a:pPr algn="ctr"/>
          </a:p>
        </p:txBody>
      </p:sp>
      <p:sp>
        <p:nvSpPr>
          <p:cNvPr id="32" name="TextBox 31"/>
          <p:cNvSpPr txBox="1"/>
          <p:nvPr/>
        </p:nvSpPr>
        <p:spPr>
          <a:xfrm>
            <a:off x="7830007" y="1856232"/>
            <a:ext cx="3374136" cy="365760"/>
          </a:xfrm>
          <a:prstGeom prst="rect">
            <a:avLst/>
          </a:prstGeom>
          <a:noFill/>
        </p:spPr>
        <p:txBody>
          <a:bodyPr wrap="square" anchor="t" lIns="0" rIns="0" tIns="0" bIns="0">
            <a:spAutoFit/>
          </a:bodyPr>
          <a:lstStyle/>
          <a:p>
            <a:pPr algn="l"/>
            <a:r>
              <a:rPr sz="1800" b="1">
                <a:solidFill>
                  <a:schemeClr val="accent1"/>
                </a:solidFill>
                <a:latin typeface="+mn-lt"/>
              </a:rPr>
              <a:t>Lorem</a:t>
            </a:r>
          </a:p>
        </p:txBody>
      </p:sp>
      <p:sp>
        <p:nvSpPr>
          <p:cNvPr id="33" name="TextBox 32"/>
          <p:cNvSpPr txBox="1"/>
          <p:nvPr/>
        </p:nvSpPr>
        <p:spPr>
          <a:xfrm>
            <a:off x="7830007" y="2240280"/>
            <a:ext cx="3374136" cy="46939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
        <p:nvSpPr>
          <p:cNvPr id="34" name="TextBox 33"/>
          <p:cNvSpPr txBox="1"/>
          <p:nvPr/>
        </p:nvSpPr>
        <p:spPr>
          <a:xfrm>
            <a:off x="7830007" y="2874264"/>
            <a:ext cx="3374136" cy="365760"/>
          </a:xfrm>
          <a:prstGeom prst="rect">
            <a:avLst/>
          </a:prstGeom>
          <a:noFill/>
        </p:spPr>
        <p:txBody>
          <a:bodyPr wrap="square" anchor="t" lIns="0" rIns="0" tIns="0" bIns="0">
            <a:spAutoFit/>
          </a:bodyPr>
          <a:lstStyle/>
          <a:p>
            <a:pPr algn="l"/>
            <a:r>
              <a:rPr sz="1800" b="1">
                <a:solidFill>
                  <a:schemeClr val="accent1"/>
                </a:solidFill>
                <a:latin typeface="+mn-lt"/>
              </a:rPr>
              <a:t>Lorem</a:t>
            </a:r>
          </a:p>
        </p:txBody>
      </p:sp>
      <p:sp>
        <p:nvSpPr>
          <p:cNvPr id="35" name="TextBox 34"/>
          <p:cNvSpPr txBox="1"/>
          <p:nvPr/>
        </p:nvSpPr>
        <p:spPr>
          <a:xfrm>
            <a:off x="7830007" y="3258312"/>
            <a:ext cx="3374136" cy="46939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
        <p:nvSpPr>
          <p:cNvPr id="36" name="TextBox 35"/>
          <p:cNvSpPr txBox="1"/>
          <p:nvPr/>
        </p:nvSpPr>
        <p:spPr>
          <a:xfrm>
            <a:off x="7830007" y="3892296"/>
            <a:ext cx="3374136" cy="365760"/>
          </a:xfrm>
          <a:prstGeom prst="rect">
            <a:avLst/>
          </a:prstGeom>
          <a:noFill/>
        </p:spPr>
        <p:txBody>
          <a:bodyPr wrap="square" anchor="t" lIns="0" rIns="0" tIns="0" bIns="0">
            <a:spAutoFit/>
          </a:bodyPr>
          <a:lstStyle/>
          <a:p>
            <a:pPr algn="l"/>
            <a:r>
              <a:rPr sz="1800" b="1">
                <a:solidFill>
                  <a:schemeClr val="accent1"/>
                </a:solidFill>
                <a:latin typeface="+mn-lt"/>
              </a:rPr>
              <a:t>Lorem</a:t>
            </a:r>
          </a:p>
        </p:txBody>
      </p:sp>
      <p:sp>
        <p:nvSpPr>
          <p:cNvPr id="37" name="TextBox 36"/>
          <p:cNvSpPr txBox="1"/>
          <p:nvPr/>
        </p:nvSpPr>
        <p:spPr>
          <a:xfrm>
            <a:off x="7830007" y="4276344"/>
            <a:ext cx="3374136" cy="469392"/>
          </a:xfrm>
          <a:prstGeom prst="rect">
            <a:avLst/>
          </a:prstGeom>
          <a:noFill/>
        </p:spPr>
        <p:txBody>
          <a:bodyPr wrap="square" anchor="t" lIns="0" rIns="0" tIns="0" bIns="0">
            <a:spAutoFit/>
          </a:bodyPr>
          <a:lstStyle/>
          <a:p>
            <a:pPr algn="l"/>
            <a:r>
              <a:rPr sz="1400" b="0">
                <a:solidFill>
                  <a:schemeClr val="tx1"/>
                </a:solidFill>
                <a:latin typeface="+mn-lt"/>
              </a:rPr>
              <a:t>Lorem ipsum dolor sit amet</a:t>
            </a:r>
          </a:p>
        </p:txBody>
      </p:sp>
      <p:sp>
        <p:nvSpPr>
          <p:cNvPr id="38" name="Rectangle 37"/>
          <p:cNvSpPr/>
          <p:nvPr/>
        </p:nvSpPr>
        <p:spPr>
          <a:xfrm>
            <a:off x="822960" y="5166359"/>
            <a:ext cx="10545775" cy="868680"/>
          </a:xfrm>
          <a:prstGeom prst="rect">
            <a:avLst/>
          </a:prstGeom>
          <a:solidFill>
            <a:schemeClr val="accent5"/>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graphicFrame>
        <p:nvGraphicFramePr>
          <p:cNvPr id="3" name="Chart 2"/>
          <p:cNvGraphicFramePr>
            <a:graphicFrameLocks noGrp="1"/>
          </p:cNvGraphicFramePr>
          <p:nvPr/>
        </p:nvGraphicFramePr>
        <p:xfrm>
          <a:off x="822960" y="1691640"/>
          <a:ext cx="6275527" cy="3273551"/>
        </p:xfrm>
        <a:graphic>
          <a:graphicData uri="http://schemas.openxmlformats.org/drawingml/2006/chart">
            <c:chart xmlns:c="http://schemas.openxmlformats.org/drawingml/2006/chart" r:id="rId2"/>
          </a:graphicData>
        </a:graphic>
      </p:graphicFrame>
      <p:sp>
        <p:nvSpPr>
          <p:cNvPr id="4" name="Rectangle 3"/>
          <p:cNvSpPr/>
          <p:nvPr/>
        </p:nvSpPr>
        <p:spPr>
          <a:xfrm>
            <a:off x="7391095" y="1691640"/>
            <a:ext cx="3977639" cy="1536191"/>
          </a:xfrm>
          <a:prstGeom prst="rect">
            <a:avLst/>
          </a:prstGeom>
          <a:solidFill>
            <a:schemeClr val="bg2"/>
          </a:solidFill>
          <a:ln>
            <a:noFill/>
          </a:ln>
          <a:effectLst/>
        </p:spPr>
        <p:txBody>
          <a:bodyPr rtlCol="0" anchor="ctr"/>
          <a:lstStyle/>
          <a:p>
            <a:pPr algn="ctr"/>
          </a:p>
        </p:txBody>
      </p:sp>
      <p:sp>
        <p:nvSpPr>
          <p:cNvPr id="5" name="TextBox 4"/>
          <p:cNvSpPr txBox="1"/>
          <p:nvPr/>
        </p:nvSpPr>
        <p:spPr>
          <a:xfrm>
            <a:off x="7555687" y="1801368"/>
            <a:ext cx="3648456"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6" name="TextBox 5"/>
          <p:cNvSpPr txBox="1"/>
          <p:nvPr/>
        </p:nvSpPr>
        <p:spPr>
          <a:xfrm>
            <a:off x="7555687" y="2258568"/>
            <a:ext cx="3648456" cy="850391"/>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a:t>
            </a:r>
          </a:p>
        </p:txBody>
      </p:sp>
      <p:sp>
        <p:nvSpPr>
          <p:cNvPr id="7" name="Rectangle 6"/>
          <p:cNvSpPr/>
          <p:nvPr/>
        </p:nvSpPr>
        <p:spPr>
          <a:xfrm>
            <a:off x="7391095" y="3429000"/>
            <a:ext cx="3977639" cy="1536191"/>
          </a:xfrm>
          <a:prstGeom prst="rect">
            <a:avLst/>
          </a:prstGeom>
          <a:solidFill>
            <a:schemeClr val="bg2"/>
          </a:solidFill>
          <a:ln>
            <a:noFill/>
          </a:ln>
          <a:effectLst/>
        </p:spPr>
        <p:txBody>
          <a:bodyPr rtlCol="0" anchor="ctr"/>
          <a:lstStyle/>
          <a:p>
            <a:pPr algn="ctr"/>
          </a:p>
        </p:txBody>
      </p:sp>
      <p:sp>
        <p:nvSpPr>
          <p:cNvPr id="8" name="TextBox 7"/>
          <p:cNvSpPr txBox="1"/>
          <p:nvPr/>
        </p:nvSpPr>
        <p:spPr>
          <a:xfrm>
            <a:off x="7555687" y="3538728"/>
            <a:ext cx="3648456" cy="384048"/>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9" name="TextBox 8"/>
          <p:cNvSpPr txBox="1"/>
          <p:nvPr/>
        </p:nvSpPr>
        <p:spPr>
          <a:xfrm>
            <a:off x="7555687" y="3995928"/>
            <a:ext cx="3648456" cy="850391"/>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a:t>
            </a:r>
          </a:p>
        </p:txBody>
      </p:sp>
      <p:sp>
        <p:nvSpPr>
          <p:cNvPr id="10" name="Rectangle 9"/>
          <p:cNvSpPr/>
          <p:nvPr/>
        </p:nvSpPr>
        <p:spPr>
          <a:xfrm>
            <a:off x="822960" y="5166359"/>
            <a:ext cx="10545775" cy="868680"/>
          </a:xfrm>
          <a:prstGeom prst="rect">
            <a:avLst/>
          </a:prstGeom>
          <a:solidFill>
            <a:schemeClr val="accent5"/>
          </a:solidFill>
          <a:ln>
            <a:noFill/>
          </a:ln>
          <a:effectLst/>
        </p:spPr>
        <p:txBody>
          <a:bodyPr rtlCol="0" anchor="ctr" wrap="square" lIns="164592" rIns="164592" tIns="109728" bIns="109728"/>
          <a:lstStyle/>
          <a:p>
            <a:pPr algn="l"/>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 duis aute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a:t>
            </a:r>
          </a:p>
        </p:txBody>
      </p:sp>
      <p:sp>
        <p:nvSpPr>
          <p:cNvPr id="4" name="Rectangle 3"/>
          <p:cNvSpPr/>
          <p:nvPr/>
        </p:nvSpPr>
        <p:spPr>
          <a:xfrm>
            <a:off x="822960" y="2331720"/>
            <a:ext cx="5126583" cy="1100328"/>
          </a:xfrm>
          <a:prstGeom prst="rect">
            <a:avLst/>
          </a:prstGeom>
          <a:solidFill>
            <a:schemeClr val="accent5"/>
          </a:solidFill>
          <a:ln>
            <a:noFill/>
          </a:ln>
          <a:effectLst/>
        </p:spPr>
        <p:txBody>
          <a:bodyPr rtlCol="0" anchor="ctr"/>
          <a:lstStyle/>
          <a:p>
            <a:pPr algn="ctr"/>
          </a:p>
        </p:txBody>
      </p:sp>
      <p:sp>
        <p:nvSpPr>
          <p:cNvPr id="5" name="Rectangle 4"/>
          <p:cNvSpPr/>
          <p:nvPr/>
        </p:nvSpPr>
        <p:spPr>
          <a:xfrm>
            <a:off x="822960" y="2331720"/>
            <a:ext cx="1640506" cy="1100328"/>
          </a:xfrm>
          <a:prstGeom prst="rect">
            <a:avLst/>
          </a:prstGeom>
          <a:solidFill>
            <a:schemeClr val="accent1"/>
          </a:solidFill>
          <a:ln>
            <a:noFill/>
          </a:ln>
          <a:effectLst/>
        </p:spPr>
        <p:txBody>
          <a:bodyPr rtlCol="0" anchor="ctr" wrap="square" lIns="164592" rIns="164592" tIns="109728" bIns="109728"/>
          <a:lstStyle/>
          <a:p>
            <a:pPr algn="r"/>
            <a:r>
              <a:rPr sz="1400" b="1">
                <a:solidFill>
                  <a:schemeClr val="bg1"/>
                </a:solidFill>
                <a:latin typeface="+mn-lt"/>
              </a:rPr>
              <a:t>Lorem Ipsum</a:t>
            </a:r>
          </a:p>
        </p:txBody>
      </p:sp>
      <p:sp>
        <p:nvSpPr>
          <p:cNvPr id="6" name="TextBox 5"/>
          <p:cNvSpPr txBox="1"/>
          <p:nvPr/>
        </p:nvSpPr>
        <p:spPr>
          <a:xfrm>
            <a:off x="2628058" y="2331720"/>
            <a:ext cx="3156892" cy="1100328"/>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a:t>
            </a:r>
          </a:p>
        </p:txBody>
      </p:sp>
      <p:sp>
        <p:nvSpPr>
          <p:cNvPr id="7" name="Rectangle 6"/>
          <p:cNvSpPr/>
          <p:nvPr/>
        </p:nvSpPr>
        <p:spPr>
          <a:xfrm>
            <a:off x="6242151" y="2331720"/>
            <a:ext cx="5126583" cy="1100328"/>
          </a:xfrm>
          <a:prstGeom prst="rect">
            <a:avLst/>
          </a:prstGeom>
          <a:solidFill>
            <a:schemeClr val="accent4"/>
          </a:solidFill>
          <a:ln>
            <a:noFill/>
          </a:ln>
          <a:effectLst/>
        </p:spPr>
        <p:txBody>
          <a:bodyPr rtlCol="0" anchor="ctr"/>
          <a:lstStyle/>
          <a:p>
            <a:pPr algn="ctr"/>
          </a:p>
        </p:txBody>
      </p:sp>
      <p:sp>
        <p:nvSpPr>
          <p:cNvPr id="8" name="Rectangle 7"/>
          <p:cNvSpPr/>
          <p:nvPr/>
        </p:nvSpPr>
        <p:spPr>
          <a:xfrm>
            <a:off x="6242151" y="2331720"/>
            <a:ext cx="1640506" cy="1100328"/>
          </a:xfrm>
          <a:prstGeom prst="rect">
            <a:avLst/>
          </a:prstGeom>
          <a:solidFill>
            <a:schemeClr val="accent1"/>
          </a:solidFill>
          <a:ln>
            <a:noFill/>
          </a:ln>
          <a:effectLst/>
        </p:spPr>
        <p:txBody>
          <a:bodyPr rtlCol="0" anchor="ctr" wrap="square" lIns="164592" rIns="164592" tIns="109728" bIns="109728"/>
          <a:lstStyle/>
          <a:p>
            <a:pPr algn="r"/>
            <a:r>
              <a:rPr sz="1400" b="1">
                <a:solidFill>
                  <a:schemeClr val="bg1"/>
                </a:solidFill>
                <a:latin typeface="+mn-lt"/>
              </a:rPr>
              <a:t>Lorem Ipsum</a:t>
            </a:r>
          </a:p>
        </p:txBody>
      </p:sp>
      <p:sp>
        <p:nvSpPr>
          <p:cNvPr id="9" name="TextBox 8"/>
          <p:cNvSpPr txBox="1"/>
          <p:nvPr/>
        </p:nvSpPr>
        <p:spPr>
          <a:xfrm>
            <a:off x="8047250" y="2331720"/>
            <a:ext cx="3156892" cy="1100328"/>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a:t>
            </a:r>
          </a:p>
        </p:txBody>
      </p:sp>
      <p:sp>
        <p:nvSpPr>
          <p:cNvPr id="10" name="Rectangle 9"/>
          <p:cNvSpPr/>
          <p:nvPr/>
        </p:nvSpPr>
        <p:spPr>
          <a:xfrm>
            <a:off x="822960" y="3633216"/>
            <a:ext cx="5126583" cy="1100328"/>
          </a:xfrm>
          <a:prstGeom prst="rect">
            <a:avLst/>
          </a:prstGeom>
          <a:solidFill>
            <a:schemeClr val="accent2"/>
          </a:solidFill>
          <a:ln>
            <a:noFill/>
          </a:ln>
          <a:effectLst/>
        </p:spPr>
        <p:txBody>
          <a:bodyPr rtlCol="0" anchor="ctr"/>
          <a:lstStyle/>
          <a:p>
            <a:pPr algn="ctr"/>
          </a:p>
        </p:txBody>
      </p:sp>
      <p:sp>
        <p:nvSpPr>
          <p:cNvPr id="11" name="Rectangle 10"/>
          <p:cNvSpPr/>
          <p:nvPr/>
        </p:nvSpPr>
        <p:spPr>
          <a:xfrm>
            <a:off x="822960" y="3633216"/>
            <a:ext cx="1640506" cy="1100328"/>
          </a:xfrm>
          <a:prstGeom prst="rect">
            <a:avLst/>
          </a:prstGeom>
          <a:solidFill>
            <a:schemeClr val="accent1"/>
          </a:solidFill>
          <a:ln>
            <a:noFill/>
          </a:ln>
          <a:effectLst/>
        </p:spPr>
        <p:txBody>
          <a:bodyPr rtlCol="0" anchor="ctr" wrap="square" lIns="164592" rIns="164592" tIns="109728" bIns="109728"/>
          <a:lstStyle/>
          <a:p>
            <a:pPr algn="r"/>
            <a:r>
              <a:rPr sz="1400" b="1">
                <a:solidFill>
                  <a:schemeClr val="bg1"/>
                </a:solidFill>
                <a:latin typeface="+mn-lt"/>
              </a:rPr>
              <a:t>Lorem Ipsum</a:t>
            </a:r>
          </a:p>
        </p:txBody>
      </p:sp>
      <p:sp>
        <p:nvSpPr>
          <p:cNvPr id="12" name="TextBox 11"/>
          <p:cNvSpPr txBox="1"/>
          <p:nvPr/>
        </p:nvSpPr>
        <p:spPr>
          <a:xfrm>
            <a:off x="2628058" y="3633216"/>
            <a:ext cx="3156892" cy="1100328"/>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a:t>
            </a:r>
          </a:p>
        </p:txBody>
      </p:sp>
      <p:sp>
        <p:nvSpPr>
          <p:cNvPr id="13" name="Rectangle 12"/>
          <p:cNvSpPr/>
          <p:nvPr/>
        </p:nvSpPr>
        <p:spPr>
          <a:xfrm>
            <a:off x="6242151" y="3633216"/>
            <a:ext cx="5126583" cy="1100328"/>
          </a:xfrm>
          <a:prstGeom prst="rect">
            <a:avLst/>
          </a:prstGeom>
          <a:solidFill>
            <a:schemeClr val="accent3"/>
          </a:solidFill>
          <a:ln>
            <a:noFill/>
          </a:ln>
          <a:effectLst/>
        </p:spPr>
        <p:txBody>
          <a:bodyPr rtlCol="0" anchor="ctr"/>
          <a:lstStyle/>
          <a:p>
            <a:pPr algn="ctr"/>
          </a:p>
        </p:txBody>
      </p:sp>
      <p:sp>
        <p:nvSpPr>
          <p:cNvPr id="14" name="Rectangle 13"/>
          <p:cNvSpPr/>
          <p:nvPr/>
        </p:nvSpPr>
        <p:spPr>
          <a:xfrm>
            <a:off x="6242151" y="3633216"/>
            <a:ext cx="1640506" cy="1100328"/>
          </a:xfrm>
          <a:prstGeom prst="rect">
            <a:avLst/>
          </a:prstGeom>
          <a:solidFill>
            <a:schemeClr val="accent1"/>
          </a:solidFill>
          <a:ln>
            <a:noFill/>
          </a:ln>
          <a:effectLst/>
        </p:spPr>
        <p:txBody>
          <a:bodyPr rtlCol="0" anchor="ctr" wrap="square" lIns="164592" rIns="164592" tIns="109728" bIns="109728"/>
          <a:lstStyle/>
          <a:p>
            <a:pPr algn="r"/>
            <a:r>
              <a:rPr sz="1400" b="1">
                <a:solidFill>
                  <a:schemeClr val="bg1"/>
                </a:solidFill>
                <a:latin typeface="+mn-lt"/>
              </a:rPr>
              <a:t>Lorem Ipsum</a:t>
            </a:r>
          </a:p>
        </p:txBody>
      </p:sp>
      <p:sp>
        <p:nvSpPr>
          <p:cNvPr id="15" name="TextBox 14"/>
          <p:cNvSpPr txBox="1"/>
          <p:nvPr/>
        </p:nvSpPr>
        <p:spPr>
          <a:xfrm>
            <a:off x="8047250" y="3633216"/>
            <a:ext cx="3156892" cy="1100328"/>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a:t>
            </a:r>
          </a:p>
        </p:txBody>
      </p:sp>
      <p:sp>
        <p:nvSpPr>
          <p:cNvPr id="16" name="Rectangle 15"/>
          <p:cNvSpPr/>
          <p:nvPr/>
        </p:nvSpPr>
        <p:spPr>
          <a:xfrm>
            <a:off x="822960" y="4934712"/>
            <a:ext cx="5126583" cy="1100328"/>
          </a:xfrm>
          <a:prstGeom prst="rect">
            <a:avLst/>
          </a:prstGeom>
          <a:solidFill>
            <a:schemeClr val="accent5"/>
          </a:solidFill>
          <a:ln>
            <a:noFill/>
          </a:ln>
          <a:effectLst/>
        </p:spPr>
        <p:txBody>
          <a:bodyPr rtlCol="0" anchor="ctr"/>
          <a:lstStyle/>
          <a:p>
            <a:pPr algn="ctr"/>
          </a:p>
        </p:txBody>
      </p:sp>
      <p:sp>
        <p:nvSpPr>
          <p:cNvPr id="17" name="Rectangle 16"/>
          <p:cNvSpPr/>
          <p:nvPr/>
        </p:nvSpPr>
        <p:spPr>
          <a:xfrm>
            <a:off x="822960" y="4934712"/>
            <a:ext cx="1640506" cy="1100328"/>
          </a:xfrm>
          <a:prstGeom prst="rect">
            <a:avLst/>
          </a:prstGeom>
          <a:solidFill>
            <a:schemeClr val="accent1"/>
          </a:solidFill>
          <a:ln>
            <a:noFill/>
          </a:ln>
          <a:effectLst/>
        </p:spPr>
        <p:txBody>
          <a:bodyPr rtlCol="0" anchor="ctr" wrap="square" lIns="164592" rIns="164592" tIns="109728" bIns="109728"/>
          <a:lstStyle/>
          <a:p>
            <a:pPr algn="r"/>
            <a:r>
              <a:rPr sz="1400" b="1">
                <a:solidFill>
                  <a:schemeClr val="bg1"/>
                </a:solidFill>
                <a:latin typeface="+mn-lt"/>
              </a:rPr>
              <a:t>Lorem Ipsum</a:t>
            </a:r>
          </a:p>
        </p:txBody>
      </p:sp>
      <p:sp>
        <p:nvSpPr>
          <p:cNvPr id="18" name="TextBox 17"/>
          <p:cNvSpPr txBox="1"/>
          <p:nvPr/>
        </p:nvSpPr>
        <p:spPr>
          <a:xfrm>
            <a:off x="2628058" y="4934712"/>
            <a:ext cx="3156892" cy="1100328"/>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a:t>
            </a:r>
          </a:p>
        </p:txBody>
      </p:sp>
      <p:sp>
        <p:nvSpPr>
          <p:cNvPr id="19" name="Rectangle 18"/>
          <p:cNvSpPr/>
          <p:nvPr/>
        </p:nvSpPr>
        <p:spPr>
          <a:xfrm>
            <a:off x="6242151" y="4934712"/>
            <a:ext cx="5126583" cy="1100328"/>
          </a:xfrm>
          <a:prstGeom prst="rect">
            <a:avLst/>
          </a:prstGeom>
          <a:solidFill>
            <a:schemeClr val="accent4"/>
          </a:solidFill>
          <a:ln>
            <a:noFill/>
          </a:ln>
          <a:effectLst/>
        </p:spPr>
        <p:txBody>
          <a:bodyPr rtlCol="0" anchor="ctr"/>
          <a:lstStyle/>
          <a:p>
            <a:pPr algn="ctr"/>
          </a:p>
        </p:txBody>
      </p:sp>
      <p:sp>
        <p:nvSpPr>
          <p:cNvPr id="20" name="Rectangle 19"/>
          <p:cNvSpPr/>
          <p:nvPr/>
        </p:nvSpPr>
        <p:spPr>
          <a:xfrm>
            <a:off x="6242151" y="4934712"/>
            <a:ext cx="1640506" cy="1100328"/>
          </a:xfrm>
          <a:prstGeom prst="rect">
            <a:avLst/>
          </a:prstGeom>
          <a:solidFill>
            <a:schemeClr val="accent1"/>
          </a:solidFill>
          <a:ln>
            <a:noFill/>
          </a:ln>
          <a:effectLst/>
        </p:spPr>
        <p:txBody>
          <a:bodyPr rtlCol="0" anchor="ctr" wrap="square" lIns="164592" rIns="164592" tIns="109728" bIns="109728"/>
          <a:lstStyle/>
          <a:p>
            <a:pPr algn="r"/>
            <a:r>
              <a:rPr sz="1400" b="1">
                <a:solidFill>
                  <a:schemeClr val="bg1"/>
                </a:solidFill>
                <a:latin typeface="+mn-lt"/>
              </a:rPr>
              <a:t>Lorem Ipsum</a:t>
            </a:r>
          </a:p>
        </p:txBody>
      </p:sp>
      <p:sp>
        <p:nvSpPr>
          <p:cNvPr id="21" name="TextBox 20"/>
          <p:cNvSpPr txBox="1"/>
          <p:nvPr/>
        </p:nvSpPr>
        <p:spPr>
          <a:xfrm>
            <a:off x="8047250" y="4934712"/>
            <a:ext cx="3156892" cy="1100328"/>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 et dolore magna aliqua ut enim ad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a:t>
            </a:r>
          </a:p>
        </p:txBody>
      </p:sp>
      <p:sp>
        <p:nvSpPr>
          <p:cNvPr id="4" name="Rectangle 3"/>
          <p:cNvSpPr/>
          <p:nvPr/>
        </p:nvSpPr>
        <p:spPr>
          <a:xfrm>
            <a:off x="822960" y="2643530"/>
            <a:ext cx="2847359" cy="3391509"/>
          </a:xfrm>
          <a:prstGeom prst="rect">
            <a:avLst/>
          </a:prstGeom>
          <a:solidFill>
            <a:schemeClr val="accent5"/>
          </a:solidFill>
          <a:ln>
            <a:noFill/>
          </a:ln>
          <a:effectLst/>
        </p:spPr>
        <p:txBody>
          <a:bodyPr rtlCol="0" anchor="ctr" wrap="square" lIns="164592" rIns="164592" tIns="109728" bIns="109728"/>
          <a:lstStyle/>
          <a:p>
            <a:pPr algn="l"/>
            <a:r>
              <a:rPr sz="1400" b="1">
                <a:solidFill>
                  <a:schemeClr val="tx1"/>
                </a:solidFill>
                <a:latin typeface="+mn-lt"/>
              </a:rPr>
              <a:t>Lorem ipsum dolor sit amet consectetur adipiscing elit sed do eiusmod tempor incididunt ut labore et dolore magna aliqua ut enim ad minim veniam quis nostrud exercitation</a:t>
            </a:r>
          </a:p>
        </p:txBody>
      </p:sp>
      <p:sp>
        <p:nvSpPr>
          <p:cNvPr id="5" name="Rectangle 4"/>
          <p:cNvSpPr/>
          <p:nvPr/>
        </p:nvSpPr>
        <p:spPr>
          <a:xfrm>
            <a:off x="3670319" y="2643530"/>
            <a:ext cx="7698415" cy="3391509"/>
          </a:xfrm>
          <a:prstGeom prst="rect">
            <a:avLst/>
          </a:prstGeom>
          <a:solidFill>
            <a:schemeClr val="bg2"/>
          </a:solidFill>
          <a:ln>
            <a:noFill/>
          </a:ln>
          <a:effectLst/>
        </p:spPr>
        <p:txBody>
          <a:bodyPr rtlCol="0" anchor="ctr"/>
          <a:lstStyle/>
          <a:p>
            <a:pPr algn="ctr"/>
          </a:p>
        </p:txBody>
      </p:sp>
      <p:sp>
        <p:nvSpPr>
          <p:cNvPr id="6" name="Rectangle 5"/>
          <p:cNvSpPr/>
          <p:nvPr/>
        </p:nvSpPr>
        <p:spPr>
          <a:xfrm>
            <a:off x="8579815" y="2292035"/>
            <a:ext cx="2788920" cy="566928"/>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Lorem Ipsum</a:t>
            </a:r>
          </a:p>
        </p:txBody>
      </p:sp>
      <p:sp>
        <p:nvSpPr>
          <p:cNvPr id="7" name="Rectangle 6"/>
          <p:cNvSpPr/>
          <p:nvPr/>
        </p:nvSpPr>
        <p:spPr>
          <a:xfrm>
            <a:off x="4623040" y="3055010"/>
            <a:ext cx="867959" cy="566928"/>
          </a:xfrm>
          <a:prstGeom prst="rect">
            <a:avLst/>
          </a:prstGeom>
          <a:solidFill>
            <a:schemeClr val="accent4"/>
          </a:solidFill>
          <a:ln>
            <a:noFill/>
          </a:ln>
          <a:effectLst/>
        </p:spPr>
        <p:txBody>
          <a:bodyPr rtlCol="0" anchor="ctr"/>
          <a:lstStyle/>
          <a:p>
            <a:pPr algn="ctr"/>
          </a:p>
        </p:txBody>
      </p:sp>
      <p:sp>
        <p:nvSpPr>
          <p:cNvPr id="8" name="TextBox 7"/>
          <p:cNvSpPr txBox="1"/>
          <p:nvPr/>
        </p:nvSpPr>
        <p:spPr>
          <a:xfrm>
            <a:off x="3972071" y="3713378"/>
            <a:ext cx="2169898" cy="566928"/>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9" name="Rectangle 8"/>
          <p:cNvSpPr/>
          <p:nvPr/>
        </p:nvSpPr>
        <p:spPr>
          <a:xfrm>
            <a:off x="7085547" y="3055010"/>
            <a:ext cx="867959" cy="566928"/>
          </a:xfrm>
          <a:prstGeom prst="rect">
            <a:avLst/>
          </a:prstGeom>
          <a:solidFill>
            <a:schemeClr val="accent4"/>
          </a:solidFill>
          <a:ln>
            <a:noFill/>
          </a:ln>
          <a:effectLst/>
        </p:spPr>
        <p:txBody>
          <a:bodyPr rtlCol="0" anchor="ctr"/>
          <a:lstStyle/>
          <a:p>
            <a:pPr algn="ctr"/>
          </a:p>
        </p:txBody>
      </p:sp>
      <p:sp>
        <p:nvSpPr>
          <p:cNvPr id="10" name="TextBox 9"/>
          <p:cNvSpPr txBox="1"/>
          <p:nvPr/>
        </p:nvSpPr>
        <p:spPr>
          <a:xfrm>
            <a:off x="6434577" y="3713378"/>
            <a:ext cx="2169898" cy="566928"/>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11" name="Rectangle 10"/>
          <p:cNvSpPr/>
          <p:nvPr/>
        </p:nvSpPr>
        <p:spPr>
          <a:xfrm>
            <a:off x="9548054" y="3055010"/>
            <a:ext cx="867959" cy="566928"/>
          </a:xfrm>
          <a:prstGeom prst="rect">
            <a:avLst/>
          </a:prstGeom>
          <a:solidFill>
            <a:schemeClr val="accent4"/>
          </a:solidFill>
          <a:ln>
            <a:noFill/>
          </a:ln>
          <a:effectLst/>
        </p:spPr>
        <p:txBody>
          <a:bodyPr rtlCol="0" anchor="ctr"/>
          <a:lstStyle/>
          <a:p>
            <a:pPr algn="ctr"/>
          </a:p>
        </p:txBody>
      </p:sp>
      <p:sp>
        <p:nvSpPr>
          <p:cNvPr id="12" name="TextBox 11"/>
          <p:cNvSpPr txBox="1"/>
          <p:nvPr/>
        </p:nvSpPr>
        <p:spPr>
          <a:xfrm>
            <a:off x="8897084" y="3713378"/>
            <a:ext cx="2169898" cy="566928"/>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13" name="Rectangle 12"/>
          <p:cNvSpPr/>
          <p:nvPr/>
        </p:nvSpPr>
        <p:spPr>
          <a:xfrm>
            <a:off x="4623040" y="4339285"/>
            <a:ext cx="867959" cy="566928"/>
          </a:xfrm>
          <a:prstGeom prst="rect">
            <a:avLst/>
          </a:prstGeom>
          <a:solidFill>
            <a:schemeClr val="accent4"/>
          </a:solidFill>
          <a:ln>
            <a:noFill/>
          </a:ln>
          <a:effectLst/>
        </p:spPr>
        <p:txBody>
          <a:bodyPr rtlCol="0" anchor="ctr"/>
          <a:lstStyle/>
          <a:p>
            <a:pPr algn="ctr"/>
          </a:p>
        </p:txBody>
      </p:sp>
      <p:sp>
        <p:nvSpPr>
          <p:cNvPr id="14" name="TextBox 13"/>
          <p:cNvSpPr txBox="1"/>
          <p:nvPr/>
        </p:nvSpPr>
        <p:spPr>
          <a:xfrm>
            <a:off x="3972071" y="4997653"/>
            <a:ext cx="2169898" cy="566928"/>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
        <p:nvSpPr>
          <p:cNvPr id="15" name="Rectangle 14"/>
          <p:cNvSpPr/>
          <p:nvPr/>
        </p:nvSpPr>
        <p:spPr>
          <a:xfrm>
            <a:off x="7085547" y="4339285"/>
            <a:ext cx="867959" cy="566928"/>
          </a:xfrm>
          <a:prstGeom prst="rect">
            <a:avLst/>
          </a:prstGeom>
          <a:solidFill>
            <a:schemeClr val="accent4"/>
          </a:solidFill>
          <a:ln>
            <a:noFill/>
          </a:ln>
          <a:effectLst/>
        </p:spPr>
        <p:txBody>
          <a:bodyPr rtlCol="0" anchor="ctr"/>
          <a:lstStyle/>
          <a:p>
            <a:pPr algn="ctr"/>
          </a:p>
        </p:txBody>
      </p:sp>
      <p:sp>
        <p:nvSpPr>
          <p:cNvPr id="16" name="TextBox 15"/>
          <p:cNvSpPr txBox="1"/>
          <p:nvPr/>
        </p:nvSpPr>
        <p:spPr>
          <a:xfrm>
            <a:off x="6434577" y="4997653"/>
            <a:ext cx="2169898" cy="566928"/>
          </a:xfrm>
          <a:prstGeom prst="rect">
            <a:avLst/>
          </a:prstGeom>
          <a:noFill/>
        </p:spPr>
        <p:txBody>
          <a:bodyPr wrap="square" anchor="t" lIns="0" rIns="0" tIns="0" bIns="0">
            <a:spAutoFit/>
          </a:bodyPr>
          <a:lstStyle/>
          <a:p>
            <a:pPr algn="ctr"/>
            <a:r>
              <a:rPr sz="1400" b="0">
                <a:solidFill>
                  <a:schemeClr val="tx1"/>
                </a:solidFill>
                <a:latin typeface="+mn-lt"/>
              </a:rPr>
              <a:t>Lorem Ipsum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ctr"/>
            <a:r>
              <a:rPr sz="3200" b="1">
                <a:solidFill>
                  <a:schemeClr val="tx1"/>
                </a:solidFill>
                <a:latin typeface="+mj-lt"/>
              </a:rPr>
              <a:t>Lorem Ipsum Dolor</a:t>
            </a:r>
          </a:p>
        </p:txBody>
      </p:sp>
      <p:sp>
        <p:nvSpPr>
          <p:cNvPr id="3" name="Oval 2"/>
          <p:cNvSpPr/>
          <p:nvPr/>
        </p:nvSpPr>
        <p:spPr>
          <a:xfrm>
            <a:off x="4564227" y="2331720"/>
            <a:ext cx="3063240" cy="3063240"/>
          </a:xfrm>
          <a:prstGeom prst="ellipse">
            <a:avLst/>
          </a:prstGeom>
          <a:solidFill>
            <a:schemeClr val="accent5"/>
          </a:solidFill>
          <a:ln>
            <a:noFill/>
          </a:ln>
          <a:effectLst/>
        </p:spPr>
        <p:txBody>
          <a:bodyPr rtlCol="0" anchor="ctr"/>
          <a:lstStyle/>
          <a:p>
            <a:pPr algn="ctr"/>
          </a:p>
        </p:txBody>
      </p:sp>
      <p:sp>
        <p:nvSpPr>
          <p:cNvPr id="4" name="Oval 3"/>
          <p:cNvSpPr/>
          <p:nvPr/>
        </p:nvSpPr>
        <p:spPr>
          <a:xfrm>
            <a:off x="5387187" y="3154679"/>
            <a:ext cx="1417320" cy="1417320"/>
          </a:xfrm>
          <a:prstGeom prst="ellipse">
            <a:avLst/>
          </a:prstGeom>
          <a:solidFill>
            <a:schemeClr val="bg1"/>
          </a:solidFill>
          <a:ln>
            <a:noFill/>
          </a:ln>
          <a:effectLst/>
        </p:spPr>
        <p:txBody>
          <a:bodyPr rtlCol="0" anchor="ctr" wrap="none" lIns="164592" rIns="164592" tIns="109728" bIns="109728"/>
          <a:lstStyle/>
          <a:p>
            <a:pPr algn="ctr"/>
            <a:r>
              <a:rPr sz="1800" b="1">
                <a:solidFill>
                  <a:schemeClr val="tx1"/>
                </a:solidFill>
                <a:latin typeface="+mn-lt"/>
              </a:rPr>
              <a:t>Lorem</a:t>
            </a:r>
          </a:p>
        </p:txBody>
      </p:sp>
      <p:sp>
        <p:nvSpPr>
          <p:cNvPr id="5" name="Oval 4"/>
          <p:cNvSpPr/>
          <p:nvPr/>
        </p:nvSpPr>
        <p:spPr>
          <a:xfrm>
            <a:off x="5416431" y="2743748"/>
            <a:ext cx="402336" cy="402336"/>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1</a:t>
            </a:r>
          </a:p>
        </p:txBody>
      </p:sp>
      <p:sp>
        <p:nvSpPr>
          <p:cNvPr id="6" name="TextBox 5"/>
          <p:cNvSpPr txBox="1"/>
          <p:nvPr/>
        </p:nvSpPr>
        <p:spPr>
          <a:xfrm>
            <a:off x="822960" y="1906523"/>
            <a:ext cx="3063240" cy="960120"/>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
        <p:nvSpPr>
          <p:cNvPr id="7" name="Oval 6"/>
          <p:cNvSpPr/>
          <p:nvPr/>
        </p:nvSpPr>
        <p:spPr>
          <a:xfrm>
            <a:off x="4363059" y="3662172"/>
            <a:ext cx="402336" cy="402336"/>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2</a:t>
            </a:r>
          </a:p>
        </p:txBody>
      </p:sp>
      <p:sp>
        <p:nvSpPr>
          <p:cNvPr id="8" name="TextBox 7"/>
          <p:cNvSpPr txBox="1"/>
          <p:nvPr/>
        </p:nvSpPr>
        <p:spPr>
          <a:xfrm>
            <a:off x="822960" y="3387851"/>
            <a:ext cx="3063240" cy="960120"/>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
        <p:nvSpPr>
          <p:cNvPr id="9" name="Oval 8"/>
          <p:cNvSpPr/>
          <p:nvPr/>
        </p:nvSpPr>
        <p:spPr>
          <a:xfrm>
            <a:off x="5416431" y="4580595"/>
            <a:ext cx="402336" cy="402336"/>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3</a:t>
            </a:r>
          </a:p>
        </p:txBody>
      </p:sp>
      <p:sp>
        <p:nvSpPr>
          <p:cNvPr id="10" name="TextBox 9"/>
          <p:cNvSpPr txBox="1"/>
          <p:nvPr/>
        </p:nvSpPr>
        <p:spPr>
          <a:xfrm>
            <a:off x="822960" y="4869179"/>
            <a:ext cx="3063240" cy="960120"/>
          </a:xfrm>
          <a:prstGeom prst="rect">
            <a:avLst/>
          </a:prstGeom>
          <a:noFill/>
        </p:spPr>
        <p:txBody>
          <a:bodyPr wrap="square" anchor="ctr" lIns="0" rIns="0" tIns="0" bIns="0">
            <a:spAutoFit/>
          </a:bodyPr>
          <a:lstStyle/>
          <a:p>
            <a:pPr algn="r"/>
            <a:r>
              <a:rPr sz="1800" b="1">
                <a:solidFill>
                  <a:schemeClr val="tx1"/>
                </a:solidFill>
                <a:latin typeface="+mn-lt"/>
              </a:rPr>
              <a:t>Lorem Ipsum</a:t>
            </a:r>
          </a:p>
          <a:p>
            <a:pPr algn="r"/>
            <a:r>
              <a:rPr sz="1400" b="0">
                <a:solidFill>
                  <a:schemeClr val="tx1"/>
                </a:solidFill>
                <a:latin typeface="+mn-lt"/>
              </a:rPr>
              <a:t>Lorem ipsum dolor sit amet</a:t>
            </a:r>
          </a:p>
        </p:txBody>
      </p:sp>
      <p:sp>
        <p:nvSpPr>
          <p:cNvPr id="11" name="Oval 10"/>
          <p:cNvSpPr/>
          <p:nvPr/>
        </p:nvSpPr>
        <p:spPr>
          <a:xfrm>
            <a:off x="6372927" y="2743748"/>
            <a:ext cx="402336" cy="402336"/>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4</a:t>
            </a:r>
          </a:p>
        </p:txBody>
      </p:sp>
      <p:sp>
        <p:nvSpPr>
          <p:cNvPr id="12" name="TextBox 11"/>
          <p:cNvSpPr txBox="1"/>
          <p:nvPr/>
        </p:nvSpPr>
        <p:spPr>
          <a:xfrm>
            <a:off x="8305495" y="1906523"/>
            <a:ext cx="3063240" cy="960120"/>
          </a:xfrm>
          <a:prstGeom prst="rect">
            <a:avLst/>
          </a:prstGeom>
          <a:noFill/>
        </p:spPr>
        <p:txBody>
          <a:bodyPr wrap="square" anchor="ctr"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a:t>
            </a:r>
          </a:p>
        </p:txBody>
      </p:sp>
      <p:sp>
        <p:nvSpPr>
          <p:cNvPr id="13" name="Oval 12"/>
          <p:cNvSpPr/>
          <p:nvPr/>
        </p:nvSpPr>
        <p:spPr>
          <a:xfrm>
            <a:off x="7426299" y="3662172"/>
            <a:ext cx="402336" cy="402336"/>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5</a:t>
            </a:r>
          </a:p>
        </p:txBody>
      </p:sp>
      <p:sp>
        <p:nvSpPr>
          <p:cNvPr id="14" name="TextBox 13"/>
          <p:cNvSpPr txBox="1"/>
          <p:nvPr/>
        </p:nvSpPr>
        <p:spPr>
          <a:xfrm>
            <a:off x="8305495" y="3387851"/>
            <a:ext cx="3063240" cy="960120"/>
          </a:xfrm>
          <a:prstGeom prst="rect">
            <a:avLst/>
          </a:prstGeom>
          <a:noFill/>
        </p:spPr>
        <p:txBody>
          <a:bodyPr wrap="square" anchor="ctr"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a:t>
            </a:r>
          </a:p>
        </p:txBody>
      </p:sp>
      <p:sp>
        <p:nvSpPr>
          <p:cNvPr id="15" name="Oval 14"/>
          <p:cNvSpPr/>
          <p:nvPr/>
        </p:nvSpPr>
        <p:spPr>
          <a:xfrm>
            <a:off x="6372927" y="4580595"/>
            <a:ext cx="402336" cy="402336"/>
          </a:xfrm>
          <a:prstGeom prst="ellipse">
            <a:avLst/>
          </a:prstGeom>
          <a:solidFill>
            <a:schemeClr val="accent1"/>
          </a:solidFill>
          <a:ln>
            <a:noFill/>
          </a:ln>
          <a:effectLst/>
        </p:spPr>
        <p:txBody>
          <a:bodyPr rtlCol="0" anchor="ctr" wrap="none" lIns="0" rIns="0" tIns="0" bIns="0"/>
          <a:lstStyle/>
          <a:p>
            <a:pPr algn="ctr"/>
            <a:r>
              <a:rPr sz="1400" b="1">
                <a:solidFill>
                  <a:schemeClr val="bg1"/>
                </a:solidFill>
                <a:latin typeface="+mn-lt"/>
              </a:rPr>
              <a:t>6</a:t>
            </a:r>
          </a:p>
        </p:txBody>
      </p:sp>
      <p:sp>
        <p:nvSpPr>
          <p:cNvPr id="16" name="TextBox 15"/>
          <p:cNvSpPr txBox="1"/>
          <p:nvPr/>
        </p:nvSpPr>
        <p:spPr>
          <a:xfrm>
            <a:off x="8305495" y="4869179"/>
            <a:ext cx="3063240" cy="960120"/>
          </a:xfrm>
          <a:prstGeom prst="rect">
            <a:avLst/>
          </a:prstGeom>
          <a:noFill/>
        </p:spPr>
        <p:txBody>
          <a:bodyPr wrap="square" anchor="ctr"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Rectangle 2"/>
          <p:cNvSpPr/>
          <p:nvPr/>
        </p:nvSpPr>
        <p:spPr>
          <a:xfrm>
            <a:off x="2826657" y="1691640"/>
            <a:ext cx="6538380" cy="1234440"/>
          </a:xfrm>
          <a:prstGeom prst="rect">
            <a:avLst/>
          </a:prstGeom>
          <a:solidFill>
            <a:schemeClr val="accent1"/>
          </a:solidFill>
          <a:ln>
            <a:noFill/>
          </a:ln>
          <a:effectLst/>
        </p:spPr>
        <p:txBody>
          <a:bodyPr rtlCol="0" anchor="ctr"/>
          <a:lstStyle/>
          <a:p>
            <a:pPr algn="ctr"/>
          </a:p>
        </p:txBody>
      </p:sp>
      <p:sp>
        <p:nvSpPr>
          <p:cNvPr id="4" name="TextBox 3"/>
          <p:cNvSpPr txBox="1"/>
          <p:nvPr/>
        </p:nvSpPr>
        <p:spPr>
          <a:xfrm>
            <a:off x="2991249" y="1856232"/>
            <a:ext cx="6209196" cy="438912"/>
          </a:xfrm>
          <a:prstGeom prst="rect">
            <a:avLst/>
          </a:prstGeom>
          <a:noFill/>
        </p:spPr>
        <p:txBody>
          <a:bodyPr wrap="square" anchor="t" lIns="0" rIns="0" tIns="0" bIns="0">
            <a:spAutoFit/>
          </a:bodyPr>
          <a:lstStyle/>
          <a:p>
            <a:pPr algn="ctr"/>
            <a:r>
              <a:rPr sz="2000" b="1">
                <a:solidFill>
                  <a:schemeClr val="bg1"/>
                </a:solidFill>
                <a:latin typeface="+mn-lt"/>
              </a:rPr>
              <a:t>Lorem Ipsum Dolor</a:t>
            </a:r>
          </a:p>
        </p:txBody>
      </p:sp>
      <p:sp>
        <p:nvSpPr>
          <p:cNvPr id="5" name="TextBox 4"/>
          <p:cNvSpPr txBox="1"/>
          <p:nvPr/>
        </p:nvSpPr>
        <p:spPr>
          <a:xfrm>
            <a:off x="2991249" y="2313432"/>
            <a:ext cx="6209196" cy="502920"/>
          </a:xfrm>
          <a:prstGeom prst="rect">
            <a:avLst/>
          </a:prstGeom>
          <a:noFill/>
        </p:spPr>
        <p:txBody>
          <a:bodyPr wrap="square" anchor="t" lIns="0" rIns="0" tIns="0" bIns="0">
            <a:spAutoFit/>
          </a:bodyPr>
          <a:lstStyle/>
          <a:p>
            <a:pPr algn="ctr"/>
            <a:r>
              <a:rPr sz="1400" b="0">
                <a:solidFill>
                  <a:schemeClr val="bg1"/>
                </a:solidFill>
                <a:latin typeface="+mn-lt"/>
              </a:rPr>
              <a:t>Lorem ipsum dolor sit amet consectetur adipiscing elit sed do</a:t>
            </a:r>
          </a:p>
        </p:txBody>
      </p:sp>
      <p:sp>
        <p:nvSpPr>
          <p:cNvPr id="6" name="Rectangle 5"/>
          <p:cNvSpPr/>
          <p:nvPr/>
        </p:nvSpPr>
        <p:spPr>
          <a:xfrm>
            <a:off x="6077559" y="2926080"/>
            <a:ext cx="36576" cy="347472"/>
          </a:xfrm>
          <a:prstGeom prst="rect">
            <a:avLst/>
          </a:prstGeom>
          <a:solidFill>
            <a:schemeClr val="accent4"/>
          </a:solidFill>
          <a:ln>
            <a:noFill/>
          </a:ln>
          <a:effectLst/>
        </p:spPr>
        <p:txBody>
          <a:bodyPr rtlCol="0" anchor="ctr"/>
          <a:lstStyle/>
          <a:p>
            <a:pPr algn="ctr"/>
          </a:p>
        </p:txBody>
      </p:sp>
      <p:sp>
        <p:nvSpPr>
          <p:cNvPr id="7" name="Rectangle 6"/>
          <p:cNvSpPr/>
          <p:nvPr/>
        </p:nvSpPr>
        <p:spPr>
          <a:xfrm>
            <a:off x="2064372" y="3273552"/>
            <a:ext cx="8062950" cy="36576"/>
          </a:xfrm>
          <a:prstGeom prst="rect">
            <a:avLst/>
          </a:prstGeom>
          <a:solidFill>
            <a:schemeClr val="accent4"/>
          </a:solidFill>
          <a:ln>
            <a:noFill/>
          </a:ln>
          <a:effectLst/>
        </p:spPr>
        <p:txBody>
          <a:bodyPr rtlCol="0" anchor="ctr"/>
          <a:lstStyle/>
          <a:p>
            <a:pPr algn="ctr"/>
          </a:p>
        </p:txBody>
      </p:sp>
      <p:sp>
        <p:nvSpPr>
          <p:cNvPr id="8" name="Rectangle 7"/>
          <p:cNvSpPr/>
          <p:nvPr/>
        </p:nvSpPr>
        <p:spPr>
          <a:xfrm>
            <a:off x="2046084" y="3273552"/>
            <a:ext cx="36576" cy="274320"/>
          </a:xfrm>
          <a:prstGeom prst="rect">
            <a:avLst/>
          </a:prstGeom>
          <a:solidFill>
            <a:schemeClr val="accent4"/>
          </a:solidFill>
          <a:ln>
            <a:noFill/>
          </a:ln>
          <a:effectLst/>
        </p:spPr>
        <p:txBody>
          <a:bodyPr rtlCol="0" anchor="ctr"/>
          <a:lstStyle/>
          <a:p>
            <a:pPr algn="ctr"/>
          </a:p>
        </p:txBody>
      </p:sp>
      <p:sp>
        <p:nvSpPr>
          <p:cNvPr id="9" name="Rectangle 8"/>
          <p:cNvSpPr/>
          <p:nvPr/>
        </p:nvSpPr>
        <p:spPr>
          <a:xfrm>
            <a:off x="822960" y="3547872"/>
            <a:ext cx="2482824" cy="2487168"/>
          </a:xfrm>
          <a:prstGeom prst="rect">
            <a:avLst/>
          </a:prstGeom>
          <a:solidFill>
            <a:schemeClr val="accent6"/>
          </a:solidFill>
          <a:ln>
            <a:noFill/>
          </a:ln>
          <a:effectLst/>
        </p:spPr>
        <p:txBody>
          <a:bodyPr rtlCol="0" anchor="ctr" wrap="square" lIns="164592" rIns="164592" tIns="109728" bIns="109728"/>
          <a:lstStyle/>
          <a:p>
            <a:pPr algn="ctr"/>
            <a:r>
              <a:rPr sz="1800" b="1">
                <a:solidFill>
                  <a:schemeClr val="bg1"/>
                </a:solidFill>
                <a:latin typeface="+mn-lt"/>
              </a:rPr>
              <a:t>Lorem ipsum dolor sit amet consectetur adipiscing elit sed do eiusmod tempor incididunt ut labore</a:t>
            </a:r>
          </a:p>
        </p:txBody>
      </p:sp>
      <p:sp>
        <p:nvSpPr>
          <p:cNvPr id="10" name="Rectangle 9"/>
          <p:cNvSpPr/>
          <p:nvPr/>
        </p:nvSpPr>
        <p:spPr>
          <a:xfrm>
            <a:off x="4733734" y="3273552"/>
            <a:ext cx="36576" cy="274320"/>
          </a:xfrm>
          <a:prstGeom prst="rect">
            <a:avLst/>
          </a:prstGeom>
          <a:solidFill>
            <a:schemeClr val="accent4"/>
          </a:solidFill>
          <a:ln>
            <a:noFill/>
          </a:ln>
          <a:effectLst/>
        </p:spPr>
        <p:txBody>
          <a:bodyPr rtlCol="0" anchor="ctr"/>
          <a:lstStyle/>
          <a:p>
            <a:pPr algn="ctr"/>
          </a:p>
        </p:txBody>
      </p:sp>
      <p:sp>
        <p:nvSpPr>
          <p:cNvPr id="11" name="Rectangle 10"/>
          <p:cNvSpPr/>
          <p:nvPr/>
        </p:nvSpPr>
        <p:spPr>
          <a:xfrm>
            <a:off x="3510610" y="3547872"/>
            <a:ext cx="2482824" cy="2487168"/>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Lorem ipsum dolor sit amet consectetur adipiscing elit sed do eiusmod tempor incididunt ut labore</a:t>
            </a:r>
          </a:p>
        </p:txBody>
      </p:sp>
      <p:sp>
        <p:nvSpPr>
          <p:cNvPr id="12" name="Rectangle 11"/>
          <p:cNvSpPr/>
          <p:nvPr/>
        </p:nvSpPr>
        <p:spPr>
          <a:xfrm>
            <a:off x="7421384" y="3273552"/>
            <a:ext cx="36576" cy="274320"/>
          </a:xfrm>
          <a:prstGeom prst="rect">
            <a:avLst/>
          </a:prstGeom>
          <a:solidFill>
            <a:schemeClr val="accent4"/>
          </a:solidFill>
          <a:ln>
            <a:noFill/>
          </a:ln>
          <a:effectLst/>
        </p:spPr>
        <p:txBody>
          <a:bodyPr rtlCol="0" anchor="ctr"/>
          <a:lstStyle/>
          <a:p>
            <a:pPr algn="ctr"/>
          </a:p>
        </p:txBody>
      </p:sp>
      <p:sp>
        <p:nvSpPr>
          <p:cNvPr id="13" name="Rectangle 12"/>
          <p:cNvSpPr/>
          <p:nvPr/>
        </p:nvSpPr>
        <p:spPr>
          <a:xfrm>
            <a:off x="6198260" y="3547872"/>
            <a:ext cx="2482824" cy="2487168"/>
          </a:xfrm>
          <a:prstGeom prst="rect">
            <a:avLst/>
          </a:prstGeom>
          <a:solidFill>
            <a:schemeClr val="accent1"/>
          </a:solidFill>
          <a:ln>
            <a:noFill/>
          </a:ln>
          <a:effectLst/>
        </p:spPr>
        <p:txBody>
          <a:bodyPr rtlCol="0" anchor="ctr" wrap="square" lIns="164592" rIns="164592" tIns="109728" bIns="109728"/>
          <a:lstStyle/>
          <a:p>
            <a:pPr algn="ctr"/>
            <a:r>
              <a:rPr sz="1800" b="1">
                <a:solidFill>
                  <a:schemeClr val="bg1"/>
                </a:solidFill>
                <a:latin typeface="+mn-lt"/>
              </a:rPr>
              <a:t>Lorem ipsum dolor sit amet consectetur adipiscing elit sed do eiusmod tempor incididunt ut labore</a:t>
            </a:r>
          </a:p>
        </p:txBody>
      </p:sp>
      <p:sp>
        <p:nvSpPr>
          <p:cNvPr id="14" name="Rectangle 13"/>
          <p:cNvSpPr/>
          <p:nvPr/>
        </p:nvSpPr>
        <p:spPr>
          <a:xfrm>
            <a:off x="10109034" y="3273552"/>
            <a:ext cx="36576" cy="274320"/>
          </a:xfrm>
          <a:prstGeom prst="rect">
            <a:avLst/>
          </a:prstGeom>
          <a:solidFill>
            <a:schemeClr val="accent4"/>
          </a:solidFill>
          <a:ln>
            <a:noFill/>
          </a:ln>
          <a:effectLst/>
        </p:spPr>
        <p:txBody>
          <a:bodyPr rtlCol="0" anchor="ctr"/>
          <a:lstStyle/>
          <a:p>
            <a:pPr algn="ctr"/>
          </a:p>
        </p:txBody>
      </p:sp>
      <p:sp>
        <p:nvSpPr>
          <p:cNvPr id="15" name="Rectangle 14"/>
          <p:cNvSpPr/>
          <p:nvPr/>
        </p:nvSpPr>
        <p:spPr>
          <a:xfrm>
            <a:off x="8885910" y="3547872"/>
            <a:ext cx="2482824" cy="2487168"/>
          </a:xfrm>
          <a:prstGeom prst="rect">
            <a:avLst/>
          </a:prstGeom>
          <a:solidFill>
            <a:schemeClr val="accent4"/>
          </a:solidFill>
          <a:ln>
            <a:noFill/>
          </a:ln>
          <a:effectLst/>
        </p:spPr>
        <p:txBody>
          <a:bodyPr rtlCol="0" anchor="ctr" wrap="square" lIns="164592" rIns="164592" tIns="109728" bIns="109728"/>
          <a:lstStyle/>
          <a:p>
            <a:pPr algn="ctr"/>
            <a:r>
              <a:rPr sz="1800" b="1">
                <a:solidFill>
                  <a:schemeClr val="tx1"/>
                </a:solidFill>
                <a:latin typeface="+mn-lt"/>
              </a:rPr>
              <a:t>Lorem ipsum dolor sit amet consectetur adipiscing elit sed do eiusmod tempor incididunt ut labore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7711135" y="1691640"/>
            <a:ext cx="594360" cy="347472"/>
          </a:xfrm>
          <a:prstGeom prst="rect">
            <a:avLst/>
          </a:prstGeom>
          <a:noFill/>
        </p:spPr>
        <p:txBody>
          <a:bodyPr wrap="square" anchor="ctr" lIns="0" rIns="0" tIns="0" bIns="0">
            <a:spAutoFit/>
          </a:bodyPr>
          <a:lstStyle/>
          <a:p>
            <a:pPr algn="r"/>
            <a:r>
              <a:rPr sz="1400" b="1">
                <a:solidFill>
                  <a:schemeClr val="tx1"/>
                </a:solidFill>
                <a:latin typeface="+mn-lt"/>
              </a:rPr>
              <a:t>Lorem</a:t>
            </a:r>
          </a:p>
        </p:txBody>
      </p:sp>
      <p:sp>
        <p:nvSpPr>
          <p:cNvPr id="4" name="Rectangle 3"/>
          <p:cNvSpPr/>
          <p:nvPr/>
        </p:nvSpPr>
        <p:spPr>
          <a:xfrm>
            <a:off x="8351215" y="1691640"/>
            <a:ext cx="685800" cy="347472"/>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AA</a:t>
            </a:r>
          </a:p>
        </p:txBody>
      </p:sp>
      <p:sp>
        <p:nvSpPr>
          <p:cNvPr id="5" name="Rectangle 4"/>
          <p:cNvSpPr/>
          <p:nvPr/>
        </p:nvSpPr>
        <p:spPr>
          <a:xfrm>
            <a:off x="9128455" y="1691640"/>
            <a:ext cx="685800" cy="347472"/>
          </a:xfrm>
          <a:prstGeom prst="rect">
            <a:avLst/>
          </a:prstGeom>
          <a:solidFill>
            <a:schemeClr val="accent2"/>
          </a:solidFill>
          <a:ln>
            <a:noFill/>
          </a:ln>
          <a:effectLst/>
        </p:spPr>
        <p:txBody>
          <a:bodyPr rtlCol="0" anchor="ctr" wrap="square" lIns="164592" rIns="164592" tIns="109728" bIns="109728"/>
          <a:lstStyle/>
          <a:p>
            <a:pPr algn="ctr"/>
            <a:r>
              <a:rPr sz="1400" b="1">
                <a:solidFill>
                  <a:schemeClr val="bg1"/>
                </a:solidFill>
                <a:latin typeface="+mn-lt"/>
              </a:rPr>
              <a:t>AA</a:t>
            </a:r>
          </a:p>
        </p:txBody>
      </p:sp>
      <p:sp>
        <p:nvSpPr>
          <p:cNvPr id="6" name="Rectangle 5"/>
          <p:cNvSpPr/>
          <p:nvPr/>
        </p:nvSpPr>
        <p:spPr>
          <a:xfrm>
            <a:off x="9905695" y="1691640"/>
            <a:ext cx="685800" cy="347472"/>
          </a:xfrm>
          <a:prstGeom prst="rect">
            <a:avLst/>
          </a:prstGeom>
          <a:solidFill>
            <a:schemeClr val="accent4"/>
          </a:solidFill>
          <a:ln>
            <a:noFill/>
          </a:ln>
          <a:effectLst/>
        </p:spPr>
        <p:txBody>
          <a:bodyPr rtlCol="0" anchor="ctr" wrap="square" lIns="164592" rIns="164592" tIns="109728" bIns="109728"/>
          <a:lstStyle/>
          <a:p>
            <a:pPr algn="ctr"/>
            <a:r>
              <a:rPr sz="1400" b="1">
                <a:solidFill>
                  <a:schemeClr val="tx1"/>
                </a:solidFill>
                <a:latin typeface="+mn-lt"/>
              </a:rPr>
              <a:t>AA</a:t>
            </a:r>
          </a:p>
        </p:txBody>
      </p:sp>
      <p:sp>
        <p:nvSpPr>
          <p:cNvPr id="7" name="Rectangle 6"/>
          <p:cNvSpPr/>
          <p:nvPr/>
        </p:nvSpPr>
        <p:spPr>
          <a:xfrm>
            <a:off x="10682935" y="1691640"/>
            <a:ext cx="685800" cy="347472"/>
          </a:xfrm>
          <a:prstGeom prst="rect">
            <a:avLst/>
          </a:prstGeom>
          <a:solidFill>
            <a:schemeClr val="accent5"/>
          </a:solidFill>
          <a:ln>
            <a:noFill/>
          </a:ln>
          <a:effectLst/>
        </p:spPr>
        <p:txBody>
          <a:bodyPr rtlCol="0" anchor="ctr" wrap="square" lIns="164592" rIns="164592" tIns="109728" bIns="109728"/>
          <a:lstStyle/>
          <a:p>
            <a:pPr algn="ctr"/>
            <a:r>
              <a:rPr sz="1400" b="1">
                <a:solidFill>
                  <a:schemeClr val="tx1"/>
                </a:solidFill>
                <a:latin typeface="+mn-lt"/>
              </a:rPr>
              <a:t>AA</a:t>
            </a:r>
          </a:p>
        </p:txBody>
      </p:sp>
      <p:sp>
        <p:nvSpPr>
          <p:cNvPr id="8" name="Rectangle 7"/>
          <p:cNvSpPr/>
          <p:nvPr/>
        </p:nvSpPr>
        <p:spPr>
          <a:xfrm>
            <a:off x="822960" y="2240280"/>
            <a:ext cx="10545775" cy="1379646"/>
          </a:xfrm>
          <a:prstGeom prst="rect">
            <a:avLst/>
          </a:prstGeom>
          <a:solidFill>
            <a:schemeClr val="bg2"/>
          </a:solidFill>
          <a:ln>
            <a:noFill/>
          </a:ln>
          <a:effectLst/>
        </p:spPr>
        <p:txBody>
          <a:bodyPr rtlCol="0" anchor="ctr"/>
          <a:lstStyle/>
          <a:p>
            <a:pPr algn="ctr"/>
          </a:p>
        </p:txBody>
      </p:sp>
      <p:sp>
        <p:nvSpPr>
          <p:cNvPr id="9" name="TextBox 8"/>
          <p:cNvSpPr txBox="1"/>
          <p:nvPr/>
        </p:nvSpPr>
        <p:spPr>
          <a:xfrm>
            <a:off x="987552" y="2240280"/>
            <a:ext cx="2459736" cy="1379646"/>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 elit</a:t>
            </a:r>
          </a:p>
        </p:txBody>
      </p:sp>
      <p:sp>
        <p:nvSpPr>
          <p:cNvPr id="10" name="Rectangle 9"/>
          <p:cNvSpPr/>
          <p:nvPr/>
        </p:nvSpPr>
        <p:spPr>
          <a:xfrm>
            <a:off x="3611879" y="2304288"/>
            <a:ext cx="7592263" cy="534375"/>
          </a:xfrm>
          <a:prstGeom prst="rect">
            <a:avLst/>
          </a:prstGeom>
          <a:solidFill>
            <a:schemeClr val="bg1"/>
          </a:solidFill>
          <a:ln>
            <a:noFill/>
          </a:ln>
          <a:effectLst/>
        </p:spPr>
        <p:txBody>
          <a:bodyPr rtlCol="0" anchor="ctr"/>
          <a:lstStyle/>
          <a:p>
            <a:pPr algn="ctr"/>
          </a:p>
        </p:txBody>
      </p:sp>
      <p:sp>
        <p:nvSpPr>
          <p:cNvPr id="11" name="Rectangle 10"/>
          <p:cNvSpPr/>
          <p:nvPr/>
        </p:nvSpPr>
        <p:spPr>
          <a:xfrm>
            <a:off x="3776472" y="2395728"/>
            <a:ext cx="685800" cy="351495"/>
          </a:xfrm>
          <a:prstGeom prst="rect">
            <a:avLst/>
          </a:prstGeom>
          <a:solidFill>
            <a:schemeClr val="accent1"/>
          </a:solidFill>
          <a:ln>
            <a:noFill/>
          </a:ln>
          <a:effectLst/>
        </p:spPr>
        <p:txBody>
          <a:bodyPr rtlCol="0" anchor="ctr" wrap="square" lIns="164592" rIns="164592" tIns="109728" bIns="109728"/>
          <a:lstStyle/>
          <a:p>
            <a:pPr algn="ctr"/>
            <a:r>
              <a:rPr sz="1400" b="1">
                <a:solidFill>
                  <a:schemeClr val="bg1"/>
                </a:solidFill>
                <a:latin typeface="+mn-lt"/>
              </a:rPr>
              <a:t>AA</a:t>
            </a:r>
          </a:p>
        </p:txBody>
      </p:sp>
      <p:sp>
        <p:nvSpPr>
          <p:cNvPr id="12" name="TextBox 11"/>
          <p:cNvSpPr txBox="1"/>
          <p:nvPr/>
        </p:nvSpPr>
        <p:spPr>
          <a:xfrm>
            <a:off x="4572000" y="2304288"/>
            <a:ext cx="4892040" cy="534375"/>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a:t>
            </a:r>
          </a:p>
        </p:txBody>
      </p:sp>
      <p:sp>
        <p:nvSpPr>
          <p:cNvPr id="13" name="TextBox 12"/>
          <p:cNvSpPr txBox="1"/>
          <p:nvPr/>
        </p:nvSpPr>
        <p:spPr>
          <a:xfrm>
            <a:off x="8351215" y="2304288"/>
            <a:ext cx="2670048" cy="534375"/>
          </a:xfrm>
          <a:prstGeom prst="rect">
            <a:avLst/>
          </a:prstGeom>
          <a:noFill/>
        </p:spPr>
        <p:txBody>
          <a:bodyPr wrap="square" anchor="ctr" lIns="0" rIns="0" tIns="0" bIns="0">
            <a:spAutoFit/>
          </a:bodyPr>
          <a:lstStyle/>
          <a:p>
            <a:pPr algn="r"/>
            <a:r>
              <a:rPr sz="1400" b="0">
                <a:solidFill>
                  <a:schemeClr val="accent2"/>
                </a:solidFill>
                <a:latin typeface="+mn-lt"/>
              </a:rPr>
              <a:t>Lorem Ipsum</a:t>
            </a:r>
          </a:p>
        </p:txBody>
      </p:sp>
      <p:sp>
        <p:nvSpPr>
          <p:cNvPr id="14" name="Rectangle 13"/>
          <p:cNvSpPr/>
          <p:nvPr/>
        </p:nvSpPr>
        <p:spPr>
          <a:xfrm>
            <a:off x="3611879" y="2930103"/>
            <a:ext cx="7592263" cy="534375"/>
          </a:xfrm>
          <a:prstGeom prst="rect">
            <a:avLst/>
          </a:prstGeom>
          <a:solidFill>
            <a:schemeClr val="bg1"/>
          </a:solidFill>
          <a:ln>
            <a:noFill/>
          </a:ln>
          <a:effectLst/>
        </p:spPr>
        <p:txBody>
          <a:bodyPr rtlCol="0" anchor="ctr"/>
          <a:lstStyle/>
          <a:p>
            <a:pPr algn="ctr"/>
          </a:p>
        </p:txBody>
      </p:sp>
      <p:sp>
        <p:nvSpPr>
          <p:cNvPr id="15" name="Rectangle 14"/>
          <p:cNvSpPr/>
          <p:nvPr/>
        </p:nvSpPr>
        <p:spPr>
          <a:xfrm>
            <a:off x="3776472" y="3021543"/>
            <a:ext cx="685800" cy="351495"/>
          </a:xfrm>
          <a:prstGeom prst="rect">
            <a:avLst/>
          </a:prstGeom>
          <a:solidFill>
            <a:schemeClr val="accent2"/>
          </a:solidFill>
          <a:ln>
            <a:noFill/>
          </a:ln>
          <a:effectLst/>
        </p:spPr>
        <p:txBody>
          <a:bodyPr rtlCol="0" anchor="ctr" wrap="square" lIns="164592" rIns="164592" tIns="109728" bIns="109728"/>
          <a:lstStyle/>
          <a:p>
            <a:pPr algn="ctr"/>
            <a:r>
              <a:rPr sz="1400" b="1">
                <a:solidFill>
                  <a:schemeClr val="bg1"/>
                </a:solidFill>
                <a:latin typeface="+mn-lt"/>
              </a:rPr>
              <a:t>AA</a:t>
            </a:r>
          </a:p>
        </p:txBody>
      </p:sp>
      <p:sp>
        <p:nvSpPr>
          <p:cNvPr id="16" name="TextBox 15"/>
          <p:cNvSpPr txBox="1"/>
          <p:nvPr/>
        </p:nvSpPr>
        <p:spPr>
          <a:xfrm>
            <a:off x="4572000" y="2930103"/>
            <a:ext cx="4892040" cy="534375"/>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a:t>
            </a:r>
          </a:p>
        </p:txBody>
      </p:sp>
      <p:sp>
        <p:nvSpPr>
          <p:cNvPr id="17" name="TextBox 16"/>
          <p:cNvSpPr txBox="1"/>
          <p:nvPr/>
        </p:nvSpPr>
        <p:spPr>
          <a:xfrm>
            <a:off x="8351215" y="2930103"/>
            <a:ext cx="2670048" cy="534375"/>
          </a:xfrm>
          <a:prstGeom prst="rect">
            <a:avLst/>
          </a:prstGeom>
          <a:noFill/>
        </p:spPr>
        <p:txBody>
          <a:bodyPr wrap="square" anchor="ctr" lIns="0" rIns="0" tIns="0" bIns="0">
            <a:spAutoFit/>
          </a:bodyPr>
          <a:lstStyle/>
          <a:p>
            <a:pPr algn="r"/>
            <a:r>
              <a:rPr sz="1400" b="0">
                <a:solidFill>
                  <a:schemeClr val="accent2"/>
                </a:solidFill>
                <a:latin typeface="+mn-lt"/>
              </a:rPr>
              <a:t>Lorem Ipsum</a:t>
            </a:r>
          </a:p>
        </p:txBody>
      </p:sp>
      <p:sp>
        <p:nvSpPr>
          <p:cNvPr id="18" name="Rectangle 17"/>
          <p:cNvSpPr/>
          <p:nvPr/>
        </p:nvSpPr>
        <p:spPr>
          <a:xfrm>
            <a:off x="822960" y="3760744"/>
            <a:ext cx="10545775" cy="1379646"/>
          </a:xfrm>
          <a:prstGeom prst="rect">
            <a:avLst/>
          </a:prstGeom>
          <a:solidFill>
            <a:schemeClr val="bg2"/>
          </a:solidFill>
          <a:ln>
            <a:noFill/>
          </a:ln>
          <a:effectLst/>
        </p:spPr>
        <p:txBody>
          <a:bodyPr rtlCol="0" anchor="ctr"/>
          <a:lstStyle/>
          <a:p>
            <a:pPr algn="ctr"/>
          </a:p>
        </p:txBody>
      </p:sp>
      <p:sp>
        <p:nvSpPr>
          <p:cNvPr id="19" name="TextBox 18"/>
          <p:cNvSpPr txBox="1"/>
          <p:nvPr/>
        </p:nvSpPr>
        <p:spPr>
          <a:xfrm>
            <a:off x="987552" y="3760744"/>
            <a:ext cx="2459736" cy="1379646"/>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 elit</a:t>
            </a:r>
          </a:p>
        </p:txBody>
      </p:sp>
      <p:sp>
        <p:nvSpPr>
          <p:cNvPr id="20" name="Rectangle 19"/>
          <p:cNvSpPr/>
          <p:nvPr/>
        </p:nvSpPr>
        <p:spPr>
          <a:xfrm>
            <a:off x="3611879" y="3824752"/>
            <a:ext cx="7592263" cy="534375"/>
          </a:xfrm>
          <a:prstGeom prst="rect">
            <a:avLst/>
          </a:prstGeom>
          <a:solidFill>
            <a:schemeClr val="bg1"/>
          </a:solidFill>
          <a:ln>
            <a:noFill/>
          </a:ln>
          <a:effectLst/>
        </p:spPr>
        <p:txBody>
          <a:bodyPr rtlCol="0" anchor="ctr"/>
          <a:lstStyle/>
          <a:p>
            <a:pPr algn="ctr"/>
          </a:p>
        </p:txBody>
      </p:sp>
      <p:sp>
        <p:nvSpPr>
          <p:cNvPr id="21" name="Rectangle 20"/>
          <p:cNvSpPr/>
          <p:nvPr/>
        </p:nvSpPr>
        <p:spPr>
          <a:xfrm>
            <a:off x="3776472" y="3916192"/>
            <a:ext cx="685800" cy="351495"/>
          </a:xfrm>
          <a:prstGeom prst="rect">
            <a:avLst/>
          </a:prstGeom>
          <a:solidFill>
            <a:schemeClr val="accent2"/>
          </a:solidFill>
          <a:ln>
            <a:noFill/>
          </a:ln>
          <a:effectLst/>
        </p:spPr>
        <p:txBody>
          <a:bodyPr rtlCol="0" anchor="ctr" wrap="square" lIns="164592" rIns="164592" tIns="109728" bIns="109728"/>
          <a:lstStyle/>
          <a:p>
            <a:pPr algn="ctr"/>
            <a:r>
              <a:rPr sz="1400" b="1">
                <a:solidFill>
                  <a:schemeClr val="bg1"/>
                </a:solidFill>
                <a:latin typeface="+mn-lt"/>
              </a:rPr>
              <a:t>AA</a:t>
            </a:r>
          </a:p>
        </p:txBody>
      </p:sp>
      <p:sp>
        <p:nvSpPr>
          <p:cNvPr id="22" name="TextBox 21"/>
          <p:cNvSpPr txBox="1"/>
          <p:nvPr/>
        </p:nvSpPr>
        <p:spPr>
          <a:xfrm>
            <a:off x="4572000" y="3824752"/>
            <a:ext cx="4892040" cy="534375"/>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a:t>
            </a:r>
          </a:p>
        </p:txBody>
      </p:sp>
      <p:sp>
        <p:nvSpPr>
          <p:cNvPr id="23" name="TextBox 22"/>
          <p:cNvSpPr txBox="1"/>
          <p:nvPr/>
        </p:nvSpPr>
        <p:spPr>
          <a:xfrm>
            <a:off x="8351215" y="3824752"/>
            <a:ext cx="2670048" cy="534375"/>
          </a:xfrm>
          <a:prstGeom prst="rect">
            <a:avLst/>
          </a:prstGeom>
          <a:noFill/>
        </p:spPr>
        <p:txBody>
          <a:bodyPr wrap="square" anchor="ctr" lIns="0" rIns="0" tIns="0" bIns="0">
            <a:spAutoFit/>
          </a:bodyPr>
          <a:lstStyle/>
          <a:p>
            <a:pPr algn="r"/>
            <a:r>
              <a:rPr sz="1400" b="0">
                <a:solidFill>
                  <a:schemeClr val="accent2"/>
                </a:solidFill>
                <a:latin typeface="+mn-lt"/>
              </a:rPr>
              <a:t>Lorem Ipsum</a:t>
            </a:r>
          </a:p>
        </p:txBody>
      </p:sp>
      <p:sp>
        <p:nvSpPr>
          <p:cNvPr id="24" name="Rectangle 23"/>
          <p:cNvSpPr/>
          <p:nvPr/>
        </p:nvSpPr>
        <p:spPr>
          <a:xfrm>
            <a:off x="3611879" y="4450567"/>
            <a:ext cx="7592263" cy="534375"/>
          </a:xfrm>
          <a:prstGeom prst="rect">
            <a:avLst/>
          </a:prstGeom>
          <a:solidFill>
            <a:schemeClr val="bg1"/>
          </a:solidFill>
          <a:ln>
            <a:noFill/>
          </a:ln>
          <a:effectLst/>
        </p:spPr>
        <p:txBody>
          <a:bodyPr rtlCol="0" anchor="ctr"/>
          <a:lstStyle/>
          <a:p>
            <a:pPr algn="ctr"/>
          </a:p>
        </p:txBody>
      </p:sp>
      <p:sp>
        <p:nvSpPr>
          <p:cNvPr id="25" name="Rectangle 24"/>
          <p:cNvSpPr/>
          <p:nvPr/>
        </p:nvSpPr>
        <p:spPr>
          <a:xfrm>
            <a:off x="3776472" y="4542007"/>
            <a:ext cx="685800" cy="351495"/>
          </a:xfrm>
          <a:prstGeom prst="rect">
            <a:avLst/>
          </a:prstGeom>
          <a:solidFill>
            <a:schemeClr val="accent4"/>
          </a:solidFill>
          <a:ln>
            <a:noFill/>
          </a:ln>
          <a:effectLst/>
        </p:spPr>
        <p:txBody>
          <a:bodyPr rtlCol="0" anchor="ctr" wrap="square" lIns="164592" rIns="164592" tIns="109728" bIns="109728"/>
          <a:lstStyle/>
          <a:p>
            <a:pPr algn="ctr"/>
            <a:r>
              <a:rPr sz="1400" b="1">
                <a:solidFill>
                  <a:schemeClr val="tx1"/>
                </a:solidFill>
                <a:latin typeface="+mn-lt"/>
              </a:rPr>
              <a:t>AA</a:t>
            </a:r>
          </a:p>
        </p:txBody>
      </p:sp>
      <p:sp>
        <p:nvSpPr>
          <p:cNvPr id="26" name="TextBox 25"/>
          <p:cNvSpPr txBox="1"/>
          <p:nvPr/>
        </p:nvSpPr>
        <p:spPr>
          <a:xfrm>
            <a:off x="4572000" y="4450567"/>
            <a:ext cx="4892040" cy="534375"/>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a:t>
            </a:r>
          </a:p>
        </p:txBody>
      </p:sp>
      <p:sp>
        <p:nvSpPr>
          <p:cNvPr id="27" name="TextBox 26"/>
          <p:cNvSpPr txBox="1"/>
          <p:nvPr/>
        </p:nvSpPr>
        <p:spPr>
          <a:xfrm>
            <a:off x="8351215" y="4450567"/>
            <a:ext cx="2670048" cy="534375"/>
          </a:xfrm>
          <a:prstGeom prst="rect">
            <a:avLst/>
          </a:prstGeom>
          <a:noFill/>
        </p:spPr>
        <p:txBody>
          <a:bodyPr wrap="square" anchor="ctr" lIns="0" rIns="0" tIns="0" bIns="0">
            <a:spAutoFit/>
          </a:bodyPr>
          <a:lstStyle/>
          <a:p>
            <a:pPr algn="r"/>
            <a:r>
              <a:rPr sz="1400" b="0">
                <a:solidFill>
                  <a:schemeClr val="accent2"/>
                </a:solidFill>
                <a:latin typeface="+mn-lt"/>
              </a:rPr>
              <a:t>Lorem Ipsum</a:t>
            </a:r>
          </a:p>
        </p:txBody>
      </p:sp>
      <p:sp>
        <p:nvSpPr>
          <p:cNvPr id="28" name="Rectangle 27"/>
          <p:cNvSpPr/>
          <p:nvPr/>
        </p:nvSpPr>
        <p:spPr>
          <a:xfrm>
            <a:off x="822960" y="5281208"/>
            <a:ext cx="10545775" cy="753831"/>
          </a:xfrm>
          <a:prstGeom prst="rect">
            <a:avLst/>
          </a:prstGeom>
          <a:solidFill>
            <a:schemeClr val="bg2"/>
          </a:solidFill>
          <a:ln>
            <a:noFill/>
          </a:ln>
          <a:effectLst/>
        </p:spPr>
        <p:txBody>
          <a:bodyPr rtlCol="0" anchor="ctr"/>
          <a:lstStyle/>
          <a:p>
            <a:pPr algn="ctr"/>
          </a:p>
        </p:txBody>
      </p:sp>
      <p:sp>
        <p:nvSpPr>
          <p:cNvPr id="29" name="TextBox 28"/>
          <p:cNvSpPr txBox="1"/>
          <p:nvPr/>
        </p:nvSpPr>
        <p:spPr>
          <a:xfrm>
            <a:off x="987552" y="5281208"/>
            <a:ext cx="2459736" cy="753831"/>
          </a:xfrm>
          <a:prstGeom prst="rect">
            <a:avLst/>
          </a:prstGeom>
          <a:noFill/>
        </p:spPr>
        <p:txBody>
          <a:bodyPr wrap="square" anchor="ctr" lIns="0" rIns="0" tIns="0" bIns="0">
            <a:spAutoFit/>
          </a:bodyPr>
          <a:lstStyle/>
          <a:p>
            <a:pPr algn="l"/>
            <a:r>
              <a:rPr sz="1400" b="1">
                <a:solidFill>
                  <a:schemeClr val="tx1"/>
                </a:solidFill>
                <a:latin typeface="+mn-lt"/>
              </a:rPr>
              <a:t>Lorem ipsum dolor sit amet</a:t>
            </a:r>
          </a:p>
        </p:txBody>
      </p:sp>
      <p:sp>
        <p:nvSpPr>
          <p:cNvPr id="30" name="Rectangle 29"/>
          <p:cNvSpPr/>
          <p:nvPr/>
        </p:nvSpPr>
        <p:spPr>
          <a:xfrm>
            <a:off x="3611879" y="5345216"/>
            <a:ext cx="7592263" cy="534375"/>
          </a:xfrm>
          <a:prstGeom prst="rect">
            <a:avLst/>
          </a:prstGeom>
          <a:solidFill>
            <a:schemeClr val="bg1"/>
          </a:solidFill>
          <a:ln>
            <a:noFill/>
          </a:ln>
          <a:effectLst/>
        </p:spPr>
        <p:txBody>
          <a:bodyPr rtlCol="0" anchor="ctr"/>
          <a:lstStyle/>
          <a:p>
            <a:pPr algn="ctr"/>
          </a:p>
        </p:txBody>
      </p:sp>
      <p:sp>
        <p:nvSpPr>
          <p:cNvPr id="31" name="Rectangle 30"/>
          <p:cNvSpPr/>
          <p:nvPr/>
        </p:nvSpPr>
        <p:spPr>
          <a:xfrm>
            <a:off x="3776472" y="5436656"/>
            <a:ext cx="685800" cy="351495"/>
          </a:xfrm>
          <a:prstGeom prst="rect">
            <a:avLst/>
          </a:prstGeom>
          <a:solidFill>
            <a:schemeClr val="accent4"/>
          </a:solidFill>
          <a:ln>
            <a:noFill/>
          </a:ln>
          <a:effectLst/>
        </p:spPr>
        <p:txBody>
          <a:bodyPr rtlCol="0" anchor="ctr" wrap="square" lIns="164592" rIns="164592" tIns="109728" bIns="109728"/>
          <a:lstStyle/>
          <a:p>
            <a:pPr algn="ctr"/>
            <a:r>
              <a:rPr sz="1400" b="1">
                <a:solidFill>
                  <a:schemeClr val="tx1"/>
                </a:solidFill>
                <a:latin typeface="+mn-lt"/>
              </a:rPr>
              <a:t>AA</a:t>
            </a:r>
          </a:p>
        </p:txBody>
      </p:sp>
      <p:sp>
        <p:nvSpPr>
          <p:cNvPr id="32" name="TextBox 31"/>
          <p:cNvSpPr txBox="1"/>
          <p:nvPr/>
        </p:nvSpPr>
        <p:spPr>
          <a:xfrm>
            <a:off x="4572000" y="5345216"/>
            <a:ext cx="4892040" cy="534375"/>
          </a:xfrm>
          <a:prstGeom prst="rect">
            <a:avLst/>
          </a:prstGeom>
          <a:noFill/>
        </p:spPr>
        <p:txBody>
          <a:bodyPr wrap="square" anchor="ctr" lIns="0" rIns="0" tIns="0" bIns="0">
            <a:spAutoFit/>
          </a:bodyPr>
          <a:lstStyle/>
          <a:p>
            <a:pPr algn="l"/>
            <a:r>
              <a:rPr sz="1400" b="1">
                <a:solidFill>
                  <a:schemeClr val="tx1"/>
                </a:solidFill>
                <a:latin typeface="+mn-lt"/>
              </a:rPr>
              <a:t>Lorem ipsum dolor sit amet consectetur adipiscing</a:t>
            </a:r>
          </a:p>
        </p:txBody>
      </p:sp>
      <p:sp>
        <p:nvSpPr>
          <p:cNvPr id="33" name="TextBox 32"/>
          <p:cNvSpPr txBox="1"/>
          <p:nvPr/>
        </p:nvSpPr>
        <p:spPr>
          <a:xfrm>
            <a:off x="8351215" y="5345216"/>
            <a:ext cx="2670048" cy="534375"/>
          </a:xfrm>
          <a:prstGeom prst="rect">
            <a:avLst/>
          </a:prstGeom>
          <a:noFill/>
        </p:spPr>
        <p:txBody>
          <a:bodyPr wrap="square" anchor="ctr" lIns="0" rIns="0" tIns="0" bIns="0">
            <a:spAutoFit/>
          </a:bodyPr>
          <a:lstStyle/>
          <a:p>
            <a:pPr algn="r"/>
            <a:r>
              <a:rPr sz="1400" b="0">
                <a:solidFill>
                  <a:schemeClr val="accent2"/>
                </a:solidFill>
                <a:latin typeface="+mn-lt"/>
              </a:rPr>
              <a:t>Lorem Ipsum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4" name="Oval 3"/>
          <p:cNvSpPr/>
          <p:nvPr/>
        </p:nvSpPr>
        <p:spPr>
          <a:xfrm>
            <a:off x="822960" y="2505456"/>
            <a:ext cx="201168" cy="201168"/>
          </a:xfrm>
          <a:prstGeom prst="ellipse">
            <a:avLst/>
          </a:prstGeom>
          <a:solidFill>
            <a:schemeClr val="accent1"/>
          </a:solidFill>
          <a:ln>
            <a:noFill/>
          </a:ln>
          <a:effectLst/>
        </p:spPr>
        <p:txBody>
          <a:bodyPr rtlCol="0" anchor="ctr"/>
          <a:lstStyle/>
          <a:p>
            <a:pPr algn="ctr"/>
          </a:p>
        </p:txBody>
      </p:sp>
      <p:sp>
        <p:nvSpPr>
          <p:cNvPr id="5" name="TextBox 4"/>
          <p:cNvSpPr txBox="1"/>
          <p:nvPr/>
        </p:nvSpPr>
        <p:spPr>
          <a:xfrm>
            <a:off x="1207008" y="2331720"/>
            <a:ext cx="10161727" cy="64008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 eiusmod tempor incididunt ut labore et dolore magna</a:t>
            </a:r>
          </a:p>
        </p:txBody>
      </p:sp>
      <p:sp>
        <p:nvSpPr>
          <p:cNvPr id="6" name="Oval 5"/>
          <p:cNvSpPr/>
          <p:nvPr/>
        </p:nvSpPr>
        <p:spPr>
          <a:xfrm>
            <a:off x="822960" y="3246120"/>
            <a:ext cx="201168" cy="201168"/>
          </a:xfrm>
          <a:prstGeom prst="ellipse">
            <a:avLst/>
          </a:prstGeom>
          <a:solidFill>
            <a:schemeClr val="accent1"/>
          </a:solidFill>
          <a:ln>
            <a:noFill/>
          </a:ln>
          <a:effectLst/>
        </p:spPr>
        <p:txBody>
          <a:bodyPr rtlCol="0" anchor="ctr"/>
          <a:lstStyle/>
          <a:p>
            <a:pPr algn="ctr"/>
          </a:p>
        </p:txBody>
      </p:sp>
      <p:sp>
        <p:nvSpPr>
          <p:cNvPr id="7" name="TextBox 6"/>
          <p:cNvSpPr txBox="1"/>
          <p:nvPr/>
        </p:nvSpPr>
        <p:spPr>
          <a:xfrm>
            <a:off x="1207008" y="3072384"/>
            <a:ext cx="10161727" cy="64008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 eiusmod tempor incididunt ut labore et dolore magna</a:t>
            </a:r>
          </a:p>
        </p:txBody>
      </p:sp>
      <p:sp>
        <p:nvSpPr>
          <p:cNvPr id="8" name="Oval 7"/>
          <p:cNvSpPr/>
          <p:nvPr/>
        </p:nvSpPr>
        <p:spPr>
          <a:xfrm>
            <a:off x="822960" y="3986783"/>
            <a:ext cx="201168" cy="201168"/>
          </a:xfrm>
          <a:prstGeom prst="ellipse">
            <a:avLst/>
          </a:prstGeom>
          <a:solidFill>
            <a:schemeClr val="accent1"/>
          </a:solidFill>
          <a:ln>
            <a:noFill/>
          </a:ln>
          <a:effectLst/>
        </p:spPr>
        <p:txBody>
          <a:bodyPr rtlCol="0" anchor="ctr"/>
          <a:lstStyle/>
          <a:p>
            <a:pPr algn="ctr"/>
          </a:p>
        </p:txBody>
      </p:sp>
      <p:sp>
        <p:nvSpPr>
          <p:cNvPr id="9" name="TextBox 8"/>
          <p:cNvSpPr txBox="1"/>
          <p:nvPr/>
        </p:nvSpPr>
        <p:spPr>
          <a:xfrm>
            <a:off x="1207008" y="3813048"/>
            <a:ext cx="10161727" cy="64008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 eiusmod tempor incididunt ut labore et dolore magna</a:t>
            </a:r>
          </a:p>
        </p:txBody>
      </p:sp>
      <p:sp>
        <p:nvSpPr>
          <p:cNvPr id="10" name="Oval 9"/>
          <p:cNvSpPr/>
          <p:nvPr/>
        </p:nvSpPr>
        <p:spPr>
          <a:xfrm>
            <a:off x="822960" y="4727447"/>
            <a:ext cx="201168" cy="201168"/>
          </a:xfrm>
          <a:prstGeom prst="ellipse">
            <a:avLst/>
          </a:prstGeom>
          <a:solidFill>
            <a:schemeClr val="accent1"/>
          </a:solidFill>
          <a:ln>
            <a:noFill/>
          </a:ln>
          <a:effectLst/>
        </p:spPr>
        <p:txBody>
          <a:bodyPr rtlCol="0" anchor="ctr"/>
          <a:lstStyle/>
          <a:p>
            <a:pPr algn="ctr"/>
          </a:p>
        </p:txBody>
      </p:sp>
      <p:sp>
        <p:nvSpPr>
          <p:cNvPr id="11" name="TextBox 10"/>
          <p:cNvSpPr txBox="1"/>
          <p:nvPr/>
        </p:nvSpPr>
        <p:spPr>
          <a:xfrm>
            <a:off x="1207008" y="4553712"/>
            <a:ext cx="10161727" cy="64008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 eiusmod tempor incididunt ut labore et dolore magna</a:t>
            </a:r>
          </a:p>
        </p:txBody>
      </p:sp>
      <p:sp>
        <p:nvSpPr>
          <p:cNvPr id="12" name="Oval 11"/>
          <p:cNvSpPr/>
          <p:nvPr/>
        </p:nvSpPr>
        <p:spPr>
          <a:xfrm>
            <a:off x="822960" y="5468111"/>
            <a:ext cx="201168" cy="201168"/>
          </a:xfrm>
          <a:prstGeom prst="ellipse">
            <a:avLst/>
          </a:prstGeom>
          <a:solidFill>
            <a:schemeClr val="accent1"/>
          </a:solidFill>
          <a:ln>
            <a:noFill/>
          </a:ln>
          <a:effectLst/>
        </p:spPr>
        <p:txBody>
          <a:bodyPr rtlCol="0" anchor="ctr"/>
          <a:lstStyle/>
          <a:p>
            <a:pPr algn="ctr"/>
          </a:p>
        </p:txBody>
      </p:sp>
      <p:sp>
        <p:nvSpPr>
          <p:cNvPr id="13" name="TextBox 12"/>
          <p:cNvSpPr txBox="1"/>
          <p:nvPr/>
        </p:nvSpPr>
        <p:spPr>
          <a:xfrm>
            <a:off x="1207008" y="5294375"/>
            <a:ext cx="10161727" cy="640080"/>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 eiusmod tempor incididunt ut labore et dolore magna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Oval 2"/>
          <p:cNvSpPr/>
          <p:nvPr/>
        </p:nvSpPr>
        <p:spPr>
          <a:xfrm>
            <a:off x="822960" y="1847088"/>
            <a:ext cx="201168" cy="201168"/>
          </a:xfrm>
          <a:prstGeom prst="ellipse">
            <a:avLst/>
          </a:prstGeom>
          <a:solidFill>
            <a:schemeClr val="accent1"/>
          </a:solidFill>
          <a:ln>
            <a:noFill/>
          </a:ln>
          <a:effectLst/>
        </p:spPr>
        <p:txBody>
          <a:bodyPr rtlCol="0" anchor="ctr"/>
          <a:lstStyle/>
          <a:p>
            <a:pPr algn="ctr"/>
          </a:p>
        </p:txBody>
      </p:sp>
      <p:sp>
        <p:nvSpPr>
          <p:cNvPr id="4" name="TextBox 3"/>
          <p:cNvSpPr txBox="1"/>
          <p:nvPr/>
        </p:nvSpPr>
        <p:spPr>
          <a:xfrm>
            <a:off x="1207008" y="1691640"/>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5" name="Oval 4"/>
          <p:cNvSpPr/>
          <p:nvPr/>
        </p:nvSpPr>
        <p:spPr>
          <a:xfrm>
            <a:off x="822960" y="2932938"/>
            <a:ext cx="201168" cy="201168"/>
          </a:xfrm>
          <a:prstGeom prst="ellipse">
            <a:avLst/>
          </a:prstGeom>
          <a:solidFill>
            <a:schemeClr val="accent1"/>
          </a:solidFill>
          <a:ln>
            <a:noFill/>
          </a:ln>
          <a:effectLst/>
        </p:spPr>
        <p:txBody>
          <a:bodyPr rtlCol="0" anchor="ctr"/>
          <a:lstStyle/>
          <a:p>
            <a:pPr algn="ctr"/>
          </a:p>
        </p:txBody>
      </p:sp>
      <p:sp>
        <p:nvSpPr>
          <p:cNvPr id="6" name="TextBox 5"/>
          <p:cNvSpPr txBox="1"/>
          <p:nvPr/>
        </p:nvSpPr>
        <p:spPr>
          <a:xfrm>
            <a:off x="1207008" y="2777490"/>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7" name="Oval 6"/>
          <p:cNvSpPr/>
          <p:nvPr/>
        </p:nvSpPr>
        <p:spPr>
          <a:xfrm>
            <a:off x="822960" y="4018787"/>
            <a:ext cx="201168" cy="201168"/>
          </a:xfrm>
          <a:prstGeom prst="ellipse">
            <a:avLst/>
          </a:prstGeom>
          <a:solidFill>
            <a:schemeClr val="accent1"/>
          </a:solidFill>
          <a:ln>
            <a:noFill/>
          </a:ln>
          <a:effectLst/>
        </p:spPr>
        <p:txBody>
          <a:bodyPr rtlCol="0" anchor="ctr"/>
          <a:lstStyle/>
          <a:p>
            <a:pPr algn="ctr"/>
          </a:p>
        </p:txBody>
      </p:sp>
      <p:sp>
        <p:nvSpPr>
          <p:cNvPr id="8" name="TextBox 7"/>
          <p:cNvSpPr txBox="1"/>
          <p:nvPr/>
        </p:nvSpPr>
        <p:spPr>
          <a:xfrm>
            <a:off x="1207008" y="3863339"/>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9" name="Oval 8"/>
          <p:cNvSpPr/>
          <p:nvPr/>
        </p:nvSpPr>
        <p:spPr>
          <a:xfrm>
            <a:off x="822960" y="5104638"/>
            <a:ext cx="201168" cy="201168"/>
          </a:xfrm>
          <a:prstGeom prst="ellipse">
            <a:avLst/>
          </a:prstGeom>
          <a:solidFill>
            <a:schemeClr val="accent1"/>
          </a:solidFill>
          <a:ln>
            <a:noFill/>
          </a:ln>
          <a:effectLst/>
        </p:spPr>
        <p:txBody>
          <a:bodyPr rtlCol="0" anchor="ctr"/>
          <a:lstStyle/>
          <a:p>
            <a:pPr algn="ctr"/>
          </a:p>
        </p:txBody>
      </p:sp>
      <p:sp>
        <p:nvSpPr>
          <p:cNvPr id="10" name="TextBox 9"/>
          <p:cNvSpPr txBox="1"/>
          <p:nvPr/>
        </p:nvSpPr>
        <p:spPr>
          <a:xfrm>
            <a:off x="1207008" y="4949190"/>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11" name="Oval 10"/>
          <p:cNvSpPr/>
          <p:nvPr/>
        </p:nvSpPr>
        <p:spPr>
          <a:xfrm>
            <a:off x="6379311" y="1847088"/>
            <a:ext cx="201168" cy="201168"/>
          </a:xfrm>
          <a:prstGeom prst="ellipse">
            <a:avLst/>
          </a:prstGeom>
          <a:solidFill>
            <a:schemeClr val="accent1"/>
          </a:solidFill>
          <a:ln>
            <a:noFill/>
          </a:ln>
          <a:effectLst/>
        </p:spPr>
        <p:txBody>
          <a:bodyPr rtlCol="0" anchor="ctr"/>
          <a:lstStyle/>
          <a:p>
            <a:pPr algn="ctr"/>
          </a:p>
        </p:txBody>
      </p:sp>
      <p:sp>
        <p:nvSpPr>
          <p:cNvPr id="12" name="TextBox 11"/>
          <p:cNvSpPr txBox="1"/>
          <p:nvPr/>
        </p:nvSpPr>
        <p:spPr>
          <a:xfrm>
            <a:off x="6763359" y="1691640"/>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13" name="Oval 12"/>
          <p:cNvSpPr/>
          <p:nvPr/>
        </p:nvSpPr>
        <p:spPr>
          <a:xfrm>
            <a:off x="6379311" y="2932938"/>
            <a:ext cx="201168" cy="201168"/>
          </a:xfrm>
          <a:prstGeom prst="ellipse">
            <a:avLst/>
          </a:prstGeom>
          <a:solidFill>
            <a:schemeClr val="accent1"/>
          </a:solidFill>
          <a:ln>
            <a:noFill/>
          </a:ln>
          <a:effectLst/>
        </p:spPr>
        <p:txBody>
          <a:bodyPr rtlCol="0" anchor="ctr"/>
          <a:lstStyle/>
          <a:p>
            <a:pPr algn="ctr"/>
          </a:p>
        </p:txBody>
      </p:sp>
      <p:sp>
        <p:nvSpPr>
          <p:cNvPr id="14" name="TextBox 13"/>
          <p:cNvSpPr txBox="1"/>
          <p:nvPr/>
        </p:nvSpPr>
        <p:spPr>
          <a:xfrm>
            <a:off x="6763359" y="2777490"/>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15" name="Oval 14"/>
          <p:cNvSpPr/>
          <p:nvPr/>
        </p:nvSpPr>
        <p:spPr>
          <a:xfrm>
            <a:off x="6379311" y="4018787"/>
            <a:ext cx="201168" cy="201168"/>
          </a:xfrm>
          <a:prstGeom prst="ellipse">
            <a:avLst/>
          </a:prstGeom>
          <a:solidFill>
            <a:schemeClr val="accent1"/>
          </a:solidFill>
          <a:ln>
            <a:noFill/>
          </a:ln>
          <a:effectLst/>
        </p:spPr>
        <p:txBody>
          <a:bodyPr rtlCol="0" anchor="ctr"/>
          <a:lstStyle/>
          <a:p>
            <a:pPr algn="ctr"/>
          </a:p>
        </p:txBody>
      </p:sp>
      <p:sp>
        <p:nvSpPr>
          <p:cNvPr id="16" name="TextBox 15"/>
          <p:cNvSpPr txBox="1"/>
          <p:nvPr/>
        </p:nvSpPr>
        <p:spPr>
          <a:xfrm>
            <a:off x="6763359" y="3863339"/>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
        <p:nvSpPr>
          <p:cNvPr id="17" name="Oval 16"/>
          <p:cNvSpPr/>
          <p:nvPr/>
        </p:nvSpPr>
        <p:spPr>
          <a:xfrm>
            <a:off x="6379311" y="5104638"/>
            <a:ext cx="201168" cy="201168"/>
          </a:xfrm>
          <a:prstGeom prst="ellipse">
            <a:avLst/>
          </a:prstGeom>
          <a:solidFill>
            <a:schemeClr val="accent1"/>
          </a:solidFill>
          <a:ln>
            <a:noFill/>
          </a:ln>
          <a:effectLst/>
        </p:spPr>
        <p:txBody>
          <a:bodyPr rtlCol="0" anchor="ctr"/>
          <a:lstStyle/>
          <a:p>
            <a:pPr algn="ctr"/>
          </a:p>
        </p:txBody>
      </p:sp>
      <p:sp>
        <p:nvSpPr>
          <p:cNvPr id="18" name="TextBox 17"/>
          <p:cNvSpPr txBox="1"/>
          <p:nvPr/>
        </p:nvSpPr>
        <p:spPr>
          <a:xfrm>
            <a:off x="6763359" y="4949190"/>
            <a:ext cx="4605375" cy="985265"/>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a:t>
            </a:r>
          </a:p>
        </p:txBody>
      </p:sp>
      <p:graphicFrame>
        <p:nvGraphicFramePr>
          <p:cNvPr id="4" name="Table 3"/>
          <p:cNvGraphicFramePr>
            <a:graphicFrameLocks noGrp="1"/>
          </p:cNvGraphicFramePr>
          <p:nvPr/>
        </p:nvGraphicFramePr>
        <p:xfrm>
          <a:off x="822960" y="2331720"/>
          <a:ext cx="10545773" cy="3291840"/>
        </p:xfrm>
        <a:graphic>
          <a:graphicData uri="http://schemas.openxmlformats.org/drawingml/2006/table">
            <a:tbl>
              <a:tblPr firstRow="0" bandRow="0">
                <a:tableStyleId>{2D5ABB26-0587-4C30-8999-92F81FD0307C}</a:tableStyleId>
              </a:tblPr>
              <a:tblGrid>
                <a:gridCol w="3585563"/>
                <a:gridCol w="2320070"/>
                <a:gridCol w="2320070"/>
                <a:gridCol w="2320070"/>
              </a:tblGrid>
              <a:tr h="658368">
                <a:tc>
                  <a:txBody>
                    <a:bodyPr wrap="square" lIns="164592" rIns="164592" tIns="109728" bIns="109728"/>
                    <a:lstStyle/>
                    <a:p>
                      <a:pPr algn="l"/>
                      <a:r>
                        <a:rPr sz="1400" b="1">
                          <a:solidFill>
                            <a:schemeClr val="bg1"/>
                          </a:solidFill>
                          <a:latin typeface="+mn-lt"/>
                        </a:rPr>
                        <a:t>Lorem</a:t>
                      </a:r>
                    </a:p>
                  </a:txBody>
                  <a:tcPr marL="164592" marR="164592" marT="54864" marB="54864" anchor="ctr">
                    <a:solidFill>
                      <a:schemeClr val="accent1"/>
                    </a:solidFill>
                  </a:tcPr>
                </a:tc>
                <a:tc>
                  <a:txBody>
                    <a:bodyPr wrap="square" lIns="164592" rIns="164592" tIns="109728" bIns="109728"/>
                    <a:lstStyle/>
                    <a:p>
                      <a:pPr algn="ctr"/>
                      <a:r>
                        <a:rPr sz="1400" b="1">
                          <a:solidFill>
                            <a:schemeClr val="bg1"/>
                          </a:solidFill>
                          <a:latin typeface="+mn-lt"/>
                        </a:rPr>
                        <a:t>Lorem</a:t>
                      </a:r>
                    </a:p>
                  </a:txBody>
                  <a:tcPr marL="164592" marR="164592" marT="54864" marB="54864" anchor="ctr">
                    <a:solidFill>
                      <a:schemeClr val="accent1"/>
                    </a:solidFill>
                  </a:tcPr>
                </a:tc>
                <a:tc>
                  <a:txBody>
                    <a:bodyPr wrap="square" lIns="164592" rIns="164592" tIns="109728" bIns="109728"/>
                    <a:lstStyle/>
                    <a:p>
                      <a:pPr algn="ctr"/>
                      <a:r>
                        <a:rPr sz="1400" b="1">
                          <a:solidFill>
                            <a:schemeClr val="bg1"/>
                          </a:solidFill>
                          <a:latin typeface="+mn-lt"/>
                        </a:rPr>
                        <a:t>Lorem</a:t>
                      </a:r>
                    </a:p>
                  </a:txBody>
                  <a:tcPr marL="164592" marR="164592" marT="54864" marB="54864" anchor="ctr">
                    <a:solidFill>
                      <a:schemeClr val="accent1"/>
                    </a:solidFill>
                  </a:tcPr>
                </a:tc>
                <a:tc>
                  <a:txBody>
                    <a:bodyPr wrap="square" lIns="164592" rIns="164592" tIns="109728" bIns="109728"/>
                    <a:lstStyle/>
                    <a:p>
                      <a:pPr algn="ctr"/>
                      <a:r>
                        <a:rPr sz="1400" b="1">
                          <a:solidFill>
                            <a:schemeClr val="bg1"/>
                          </a:solidFill>
                          <a:latin typeface="+mn-lt"/>
                        </a:rPr>
                        <a:t>Lorem</a:t>
                      </a:r>
                    </a:p>
                  </a:txBody>
                  <a:tcPr marL="164592" marR="164592" marT="54864" marB="54864" anchor="ctr">
                    <a:solidFill>
                      <a:schemeClr val="accent1"/>
                    </a:solidFill>
                  </a:tcPr>
                </a:tc>
              </a:tr>
              <a:tr h="658368">
                <a:tc>
                  <a:txBody>
                    <a:bodyPr wrap="square" lIns="164592" rIns="164592" tIns="109728" bIns="109728"/>
                    <a:lstStyle/>
                    <a:p>
                      <a:pPr algn="l"/>
                      <a:r>
                        <a:rPr sz="1400" b="0">
                          <a:solidFill>
                            <a:schemeClr val="tx1"/>
                          </a:solidFill>
                          <a:latin typeface="+mn-lt"/>
                        </a:rPr>
                        <a:t>Lorem ipsum dolor sit amet consectetur adipiscing elit sed do eiusmod</a:t>
                      </a:r>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bg2"/>
                    </a:solidFill>
                  </a:tcPr>
                </a:tc>
              </a:tr>
              <a:tr h="658368">
                <a:tc>
                  <a:txBody>
                    <a:bodyPr wrap="square" lIns="164592" rIns="164592" tIns="109728" bIns="109728"/>
                    <a:lstStyle/>
                    <a:p>
                      <a:pPr algn="l"/>
                      <a:r>
                        <a:rPr sz="1400" b="0">
                          <a:solidFill>
                            <a:schemeClr val="tx1"/>
                          </a:solidFill>
                          <a:latin typeface="+mn-lt"/>
                        </a:rPr>
                        <a:t>Lorem ipsum dolor sit amet consectetur adipiscing elit sed do eiusmod</a:t>
                      </a:r>
                    </a:p>
                  </a:txBody>
                  <a:tcPr marL="164592" marR="164592" marT="54864" marB="54864" anchor="ctr">
                    <a:solidFill>
                      <a:schemeClr val="accent5"/>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accent5"/>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accent5"/>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accent5"/>
                    </a:solidFill>
                  </a:tcPr>
                </a:tc>
              </a:tr>
              <a:tr h="658368">
                <a:tc>
                  <a:txBody>
                    <a:bodyPr wrap="square" lIns="164592" rIns="164592" tIns="109728" bIns="109728"/>
                    <a:lstStyle/>
                    <a:p>
                      <a:pPr algn="l"/>
                      <a:r>
                        <a:rPr sz="1400" b="0">
                          <a:solidFill>
                            <a:schemeClr val="tx1"/>
                          </a:solidFill>
                          <a:latin typeface="+mn-lt"/>
                        </a:rPr>
                        <a:t>Lorem ipsum dolor sit amet consectetur adipiscing elit sed do eiusmod</a:t>
                      </a:r>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bg2"/>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bg2"/>
                    </a:solidFill>
                  </a:tcPr>
                </a:tc>
              </a:tr>
              <a:tr h="658368">
                <a:tc>
                  <a:txBody>
                    <a:bodyPr wrap="square" lIns="164592" rIns="164592" tIns="109728" bIns="109728"/>
                    <a:lstStyle/>
                    <a:p>
                      <a:pPr algn="l"/>
                      <a:r>
                        <a:rPr sz="1400" b="0">
                          <a:solidFill>
                            <a:schemeClr val="tx1"/>
                          </a:solidFill>
                          <a:latin typeface="+mn-lt"/>
                        </a:rPr>
                        <a:t>Lorem ipsum dolor sit amet consectetur adipiscing elit sed do eiusmod</a:t>
                      </a:r>
                    </a:p>
                  </a:txBody>
                  <a:tcPr marL="164592" marR="164592" marT="54864" marB="54864" anchor="ctr">
                    <a:solidFill>
                      <a:schemeClr val="accent5"/>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accent5"/>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accent5"/>
                    </a:solidFill>
                  </a:tcPr>
                </a:tc>
                <a:tc>
                  <a:txBody>
                    <a:bodyPr wrap="square" lIns="164592" rIns="164592" tIns="109728" bIns="109728"/>
                    <a:lstStyle/>
                    <a:p>
                      <a:pPr algn="ctr"/>
                      <a:r>
                        <a:rPr sz="1400" b="0">
                          <a:solidFill>
                            <a:schemeClr val="tx1"/>
                          </a:solidFill>
                          <a:latin typeface="+mn-lt"/>
                        </a:rPr>
                        <a:t>00.000</a:t>
                      </a:r>
                    </a:p>
                  </a:txBody>
                  <a:tcPr marL="164592" marR="164592" marT="54864" marB="54864" anchor="ctr">
                    <a:solidFill>
                      <a:schemeClr val="accent5"/>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822960"/>
            <a:ext cx="10545775" cy="4443984"/>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screenshot or diagram</a:t>
            </a:r>
          </a:p>
        </p:txBody>
      </p:sp>
      <p:sp>
        <p:nvSpPr>
          <p:cNvPr id="3" name="TextBox 2"/>
          <p:cNvSpPr txBox="1"/>
          <p:nvPr/>
        </p:nvSpPr>
        <p:spPr>
          <a:xfrm>
            <a:off x="822960" y="5468112"/>
            <a:ext cx="6538380" cy="566928"/>
          </a:xfrm>
          <a:prstGeom prst="rect">
            <a:avLst/>
          </a:prstGeom>
          <a:noFill/>
        </p:spPr>
        <p:txBody>
          <a:bodyPr wrap="square" anchor="t" lIns="0" rIns="0" tIns="0" bIns="0">
            <a:spAutoFit/>
          </a:bodyPr>
          <a:lstStyle/>
          <a:p>
            <a:pPr algn="l"/>
            <a:r>
              <a:rPr sz="1800" b="1">
                <a:solidFill>
                  <a:schemeClr val="tx1"/>
                </a:solidFill>
                <a:latin typeface="+mn-lt"/>
              </a:rPr>
              <a:t>Lorem Ipsum</a:t>
            </a:r>
          </a:p>
          <a:p>
            <a:pPr algn="l"/>
            <a:r>
              <a:rPr sz="1400" b="0">
                <a:solidFill>
                  <a:schemeClr val="tx1"/>
                </a:solidFill>
                <a:latin typeface="+mn-lt"/>
              </a:rPr>
              <a:t>Lorem ipsum dolor sit amet consectetur adipiscing elit sed do eiusmod</a:t>
            </a:r>
          </a:p>
        </p:txBody>
      </p:sp>
      <p:sp>
        <p:nvSpPr>
          <p:cNvPr id="4" name="TextBox 3"/>
          <p:cNvSpPr txBox="1"/>
          <p:nvPr/>
        </p:nvSpPr>
        <p:spPr>
          <a:xfrm>
            <a:off x="7783171" y="5468112"/>
            <a:ext cx="3585563" cy="566928"/>
          </a:xfrm>
          <a:prstGeom prst="rect">
            <a:avLst/>
          </a:prstGeom>
          <a:noFill/>
        </p:spPr>
        <p:txBody>
          <a:bodyPr wrap="square" anchor="b" lIns="0" rIns="0" tIns="0" bIns="0">
            <a:spAutoFit/>
          </a:bodyPr>
          <a:lstStyle/>
          <a:p>
            <a:pPr algn="r"/>
            <a:r>
              <a:rPr sz="1400" b="0">
                <a:solidFill>
                  <a:schemeClr val="accent2"/>
                </a:solidFill>
                <a:latin typeface="+mn-lt"/>
              </a:rPr>
              <a:t>Lorem Ipsum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TextBox 2"/>
          <p:cNvSpPr txBox="1"/>
          <p:nvPr/>
        </p:nvSpPr>
        <p:spPr>
          <a:xfrm>
            <a:off x="822960" y="1481328"/>
            <a:ext cx="10545775" cy="804672"/>
          </a:xfrm>
          <a:prstGeom prst="rect">
            <a:avLst/>
          </a:prstGeom>
          <a:noFill/>
        </p:spPr>
        <p:txBody>
          <a:bodyPr wrap="square" anchor="t" lIns="0" rIns="0" tIns="0" bIns="0">
            <a:spAutoFit/>
          </a:bodyPr>
          <a:lstStyle/>
          <a:p>
            <a:pPr algn="l"/>
            <a:r>
              <a:rPr sz="16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 commodo consequat</a:t>
            </a:r>
          </a:p>
        </p:txBody>
      </p:sp>
      <p:sp>
        <p:nvSpPr>
          <p:cNvPr id="4" name="Rectangle 3"/>
          <p:cNvSpPr/>
          <p:nvPr/>
        </p:nvSpPr>
        <p:spPr>
          <a:xfrm>
            <a:off x="822960" y="2331720"/>
            <a:ext cx="10545775" cy="3703320"/>
          </a:xfrm>
          <a:prstGeom prst="rect">
            <a:avLst/>
          </a:prstGeom>
          <a:solidFill>
            <a:schemeClr val="bg2"/>
          </a:solidFill>
          <a:ln>
            <a:noFill/>
          </a:ln>
          <a:effectLst/>
        </p:spPr>
        <p:txBody>
          <a:bodyPr rtlCol="0" anchor="ctr" wrap="square" lIns="164592" rIns="164592" tIns="109728" bIns="109728"/>
          <a:lstStyle/>
          <a:p>
            <a:pPr algn="ctr"/>
            <a:r>
              <a:rPr sz="1800" b="1">
                <a:solidFill>
                  <a:schemeClr val="accent2"/>
                </a:solidFill>
                <a:latin typeface="+mn-lt"/>
              </a:rPr>
              <a:t>Free area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1691640"/>
            <a:ext cx="10545775" cy="1691640"/>
          </a:xfrm>
          <a:prstGeom prst="rect">
            <a:avLst/>
          </a:prstGeom>
          <a:solidFill>
            <a:schemeClr val="accent1"/>
          </a:solidFill>
          <a:ln>
            <a:noFill/>
          </a:ln>
          <a:effectLst/>
        </p:spPr>
        <p:txBody>
          <a:bodyPr rtlCol="0" anchor="ctr" wrap="square" lIns="164592" rIns="164592" tIns="109728" bIns="109728"/>
          <a:lstStyle/>
          <a:p>
            <a:pPr algn="ctr"/>
            <a:r>
              <a:rPr sz="2000" b="1">
                <a:solidFill>
                  <a:schemeClr val="bg1"/>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 dolor in?</a:t>
            </a:r>
          </a:p>
        </p:txBody>
      </p:sp>
      <p:sp>
        <p:nvSpPr>
          <p:cNvPr id="3" name="Rectangle 2"/>
          <p:cNvSpPr/>
          <p:nvPr/>
        </p:nvSpPr>
        <p:spPr>
          <a:xfrm>
            <a:off x="822960" y="3584448"/>
            <a:ext cx="3320186" cy="2450591"/>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4" name="Rectangle 3"/>
          <p:cNvSpPr/>
          <p:nvPr/>
        </p:nvSpPr>
        <p:spPr>
          <a:xfrm>
            <a:off x="4435754" y="3584448"/>
            <a:ext cx="3320186" cy="2450591"/>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
        <p:nvSpPr>
          <p:cNvPr id="5" name="Rectangle 4"/>
          <p:cNvSpPr/>
          <p:nvPr/>
        </p:nvSpPr>
        <p:spPr>
          <a:xfrm>
            <a:off x="8048548" y="3584448"/>
            <a:ext cx="3320186" cy="2450591"/>
          </a:xfrm>
          <a:prstGeom prst="rect">
            <a:avLst/>
          </a:prstGeom>
          <a:solidFill>
            <a:schemeClr val="bg2"/>
          </a:solidFill>
          <a:ln>
            <a:noFill/>
          </a:ln>
          <a:effectLst/>
        </p:spPr>
        <p:txBody>
          <a:bodyPr rtlCol="0" anchor="t" lIns="164592" rIns="164592" tIns="109728" bIns="109728" wrap="square"/>
          <a:lstStyle/>
          <a:p>
            <a:pPr algn="l">
              <a:spcAft>
                <a:spcPts val="400"/>
              </a:spcAft>
            </a:pPr>
            <a:r>
              <a:rPr sz="1800" b="1">
                <a:solidFill>
                  <a:schemeClr val="tx1"/>
                </a:solidFill>
                <a:latin typeface="+mn-lt"/>
              </a:rPr>
              <a:t>Lorem Ipsum</a:t>
            </a:r>
          </a:p>
          <a:p>
            <a:pPr algn="l">
              <a:spcAft>
                <a:spcPts val="400"/>
              </a:spcAft>
            </a:pPr>
            <a:r>
              <a:rPr sz="1400" b="0">
                <a:solidFill>
                  <a:schemeClr val="tx1"/>
                </a:solidFill>
                <a:latin typeface="+mn-lt"/>
              </a:rPr>
              <a:t>Lorem ipsum dolor sit amet consectetur adipiscing elit sed do eiusmod tempor incididunt ut labore et dolore magna aliqua ut enim ad minim veniam quis nostrud exercitation ullamco laboris nisi ut aliquip ex ea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292608"/>
          </a:xfrm>
          <a:prstGeom prst="rect">
            <a:avLst/>
          </a:prstGeom>
          <a:noFill/>
        </p:spPr>
        <p:txBody>
          <a:bodyPr wrap="square" anchor="t" lIns="0" rIns="0" tIns="0" bIns="0">
            <a:spAutoFit/>
          </a:bodyPr>
          <a:lstStyle/>
          <a:p>
            <a:pPr algn="l"/>
            <a:r>
              <a:rPr sz="1400" b="1">
                <a:solidFill>
                  <a:schemeClr val="accent2"/>
                </a:solidFill>
                <a:latin typeface="+mn-lt"/>
              </a:rPr>
              <a:t>LOREM IPSUM</a:t>
            </a:r>
          </a:p>
        </p:txBody>
      </p:sp>
      <p:sp>
        <p:nvSpPr>
          <p:cNvPr id="3" name="TextBox 2"/>
          <p:cNvSpPr txBox="1"/>
          <p:nvPr/>
        </p:nvSpPr>
        <p:spPr>
          <a:xfrm>
            <a:off x="822960" y="1133856"/>
            <a:ext cx="10545775" cy="548640"/>
          </a:xfrm>
          <a:prstGeom prst="rect">
            <a:avLst/>
          </a:prstGeom>
          <a:noFill/>
        </p:spPr>
        <p:txBody>
          <a:bodyPr wrap="square" anchor="t" lIns="0" rIns="0" tIns="0" bIns="0">
            <a:spAutoFit/>
          </a:bodyPr>
          <a:lstStyle/>
          <a:p>
            <a:pPr algn="l"/>
            <a:r>
              <a:rPr sz="2800" b="1">
                <a:solidFill>
                  <a:schemeClr val="tx1"/>
                </a:solidFill>
                <a:latin typeface="+mj-lt"/>
              </a:rPr>
              <a:t>Lorem Ipsum Dolor</a:t>
            </a:r>
          </a:p>
        </p:txBody>
      </p:sp>
      <p:sp>
        <p:nvSpPr>
          <p:cNvPr id="4" name="TextBox 3"/>
          <p:cNvSpPr txBox="1"/>
          <p:nvPr/>
        </p:nvSpPr>
        <p:spPr>
          <a:xfrm>
            <a:off x="822960" y="1719072"/>
            <a:ext cx="10545775" cy="365760"/>
          </a:xfrm>
          <a:prstGeom prst="rect">
            <a:avLst/>
          </a:prstGeom>
          <a:noFill/>
        </p:spPr>
        <p:txBody>
          <a:bodyPr wrap="square" anchor="t" lIns="0" rIns="0" tIns="0" bIns="0">
            <a:spAutoFit/>
          </a:bodyPr>
          <a:lstStyle/>
          <a:p>
            <a:pPr algn="l"/>
            <a:r>
              <a:rPr sz="2000" b="1">
                <a:solidFill>
                  <a:schemeClr val="accent2"/>
                </a:solidFill>
                <a:latin typeface="+mn-lt"/>
              </a:rPr>
              <a:t>Lorem Ipsum Dolor Sit</a:t>
            </a:r>
          </a:p>
        </p:txBody>
      </p:sp>
      <p:sp>
        <p:nvSpPr>
          <p:cNvPr id="5" name="Rectangle 4"/>
          <p:cNvSpPr/>
          <p:nvPr/>
        </p:nvSpPr>
        <p:spPr>
          <a:xfrm>
            <a:off x="822960" y="2157984"/>
            <a:ext cx="5080863" cy="1984248"/>
          </a:xfrm>
          <a:prstGeom prst="rect">
            <a:avLst/>
          </a:prstGeom>
          <a:solidFill>
            <a:schemeClr val="bg2"/>
          </a:solidFill>
          <a:ln>
            <a:noFill/>
          </a:ln>
          <a:effectLst/>
        </p:spPr>
        <p:txBody>
          <a:bodyPr rtlCol="0" anchor="ctr"/>
          <a:lstStyle/>
          <a:p>
            <a:pPr algn="ctr"/>
          </a:p>
        </p:txBody>
      </p:sp>
      <p:sp>
        <p:nvSpPr>
          <p:cNvPr id="6" name="TextBox 5"/>
          <p:cNvSpPr txBox="1"/>
          <p:nvPr/>
        </p:nvSpPr>
        <p:spPr>
          <a:xfrm>
            <a:off x="987552" y="2267712"/>
            <a:ext cx="4751679" cy="365760"/>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7" name="TextBox 6"/>
          <p:cNvSpPr txBox="1"/>
          <p:nvPr/>
        </p:nvSpPr>
        <p:spPr>
          <a:xfrm>
            <a:off x="987552" y="2633472"/>
            <a:ext cx="4751679" cy="475488"/>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a:t>
            </a:r>
          </a:p>
        </p:txBody>
      </p:sp>
      <p:sp>
        <p:nvSpPr>
          <p:cNvPr id="8" name="Oval 7"/>
          <p:cNvSpPr/>
          <p:nvPr/>
        </p:nvSpPr>
        <p:spPr>
          <a:xfrm>
            <a:off x="1005840" y="3198876"/>
            <a:ext cx="128016" cy="128016"/>
          </a:xfrm>
          <a:prstGeom prst="ellipse">
            <a:avLst/>
          </a:prstGeom>
          <a:solidFill>
            <a:schemeClr val="accent1"/>
          </a:solidFill>
          <a:ln>
            <a:noFill/>
          </a:ln>
          <a:effectLst/>
        </p:spPr>
        <p:txBody>
          <a:bodyPr rtlCol="0" anchor="ctr"/>
          <a:lstStyle/>
          <a:p>
            <a:pPr algn="ctr"/>
          </a:p>
        </p:txBody>
      </p:sp>
      <p:sp>
        <p:nvSpPr>
          <p:cNvPr id="9" name="TextBox 8"/>
          <p:cNvSpPr txBox="1"/>
          <p:nvPr/>
        </p:nvSpPr>
        <p:spPr>
          <a:xfrm>
            <a:off x="1243584" y="3108960"/>
            <a:ext cx="4495647" cy="307847"/>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a:t>
            </a:r>
          </a:p>
        </p:txBody>
      </p:sp>
      <p:sp>
        <p:nvSpPr>
          <p:cNvPr id="10" name="Oval 9"/>
          <p:cNvSpPr/>
          <p:nvPr/>
        </p:nvSpPr>
        <p:spPr>
          <a:xfrm>
            <a:off x="1005840" y="3506724"/>
            <a:ext cx="128016" cy="128016"/>
          </a:xfrm>
          <a:prstGeom prst="ellipse">
            <a:avLst/>
          </a:prstGeom>
          <a:solidFill>
            <a:schemeClr val="accent1"/>
          </a:solidFill>
          <a:ln>
            <a:noFill/>
          </a:ln>
          <a:effectLst/>
        </p:spPr>
        <p:txBody>
          <a:bodyPr rtlCol="0" anchor="ctr"/>
          <a:lstStyle/>
          <a:p>
            <a:pPr algn="ctr"/>
          </a:p>
        </p:txBody>
      </p:sp>
      <p:sp>
        <p:nvSpPr>
          <p:cNvPr id="11" name="TextBox 10"/>
          <p:cNvSpPr txBox="1"/>
          <p:nvPr/>
        </p:nvSpPr>
        <p:spPr>
          <a:xfrm>
            <a:off x="1243584" y="3416808"/>
            <a:ext cx="4495647" cy="307847"/>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a:t>
            </a:r>
          </a:p>
        </p:txBody>
      </p:sp>
      <p:sp>
        <p:nvSpPr>
          <p:cNvPr id="12" name="Oval 11"/>
          <p:cNvSpPr/>
          <p:nvPr/>
        </p:nvSpPr>
        <p:spPr>
          <a:xfrm>
            <a:off x="1005840" y="3814571"/>
            <a:ext cx="128016" cy="128016"/>
          </a:xfrm>
          <a:prstGeom prst="ellipse">
            <a:avLst/>
          </a:prstGeom>
          <a:solidFill>
            <a:schemeClr val="accent1"/>
          </a:solidFill>
          <a:ln>
            <a:noFill/>
          </a:ln>
          <a:effectLst/>
        </p:spPr>
        <p:txBody>
          <a:bodyPr rtlCol="0" anchor="ctr"/>
          <a:lstStyle/>
          <a:p>
            <a:pPr algn="ctr"/>
          </a:p>
        </p:txBody>
      </p:sp>
      <p:sp>
        <p:nvSpPr>
          <p:cNvPr id="13" name="TextBox 12"/>
          <p:cNvSpPr txBox="1"/>
          <p:nvPr/>
        </p:nvSpPr>
        <p:spPr>
          <a:xfrm>
            <a:off x="1243584" y="3724656"/>
            <a:ext cx="4495647" cy="307847"/>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a:t>
            </a:r>
          </a:p>
        </p:txBody>
      </p:sp>
      <p:sp>
        <p:nvSpPr>
          <p:cNvPr id="14" name="Rectangle 13"/>
          <p:cNvSpPr/>
          <p:nvPr/>
        </p:nvSpPr>
        <p:spPr>
          <a:xfrm>
            <a:off x="6287871" y="2157984"/>
            <a:ext cx="5080863" cy="1984248"/>
          </a:xfrm>
          <a:prstGeom prst="rect">
            <a:avLst/>
          </a:prstGeom>
          <a:solidFill>
            <a:schemeClr val="bg2"/>
          </a:solidFill>
          <a:ln>
            <a:noFill/>
          </a:ln>
          <a:effectLst/>
        </p:spPr>
        <p:txBody>
          <a:bodyPr rtlCol="0" anchor="ctr"/>
          <a:lstStyle/>
          <a:p>
            <a:pPr algn="ctr"/>
          </a:p>
        </p:txBody>
      </p:sp>
      <p:sp>
        <p:nvSpPr>
          <p:cNvPr id="15" name="TextBox 14"/>
          <p:cNvSpPr txBox="1"/>
          <p:nvPr/>
        </p:nvSpPr>
        <p:spPr>
          <a:xfrm>
            <a:off x="6452463" y="2267712"/>
            <a:ext cx="4751679" cy="365760"/>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6" name="TextBox 15"/>
          <p:cNvSpPr txBox="1"/>
          <p:nvPr/>
        </p:nvSpPr>
        <p:spPr>
          <a:xfrm>
            <a:off x="6452463" y="2633472"/>
            <a:ext cx="4751679" cy="475488"/>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a:t>
            </a:r>
          </a:p>
        </p:txBody>
      </p:sp>
      <p:sp>
        <p:nvSpPr>
          <p:cNvPr id="17" name="Oval 16"/>
          <p:cNvSpPr/>
          <p:nvPr/>
        </p:nvSpPr>
        <p:spPr>
          <a:xfrm>
            <a:off x="6470751" y="3198876"/>
            <a:ext cx="128016" cy="128016"/>
          </a:xfrm>
          <a:prstGeom prst="ellipse">
            <a:avLst/>
          </a:prstGeom>
          <a:solidFill>
            <a:schemeClr val="accent1"/>
          </a:solidFill>
          <a:ln>
            <a:noFill/>
          </a:ln>
          <a:effectLst/>
        </p:spPr>
        <p:txBody>
          <a:bodyPr rtlCol="0" anchor="ctr"/>
          <a:lstStyle/>
          <a:p>
            <a:pPr algn="ctr"/>
          </a:p>
        </p:txBody>
      </p:sp>
      <p:sp>
        <p:nvSpPr>
          <p:cNvPr id="18" name="TextBox 17"/>
          <p:cNvSpPr txBox="1"/>
          <p:nvPr/>
        </p:nvSpPr>
        <p:spPr>
          <a:xfrm>
            <a:off x="6708495" y="3108960"/>
            <a:ext cx="4495647" cy="307847"/>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a:t>
            </a:r>
          </a:p>
        </p:txBody>
      </p:sp>
      <p:sp>
        <p:nvSpPr>
          <p:cNvPr id="19" name="Oval 18"/>
          <p:cNvSpPr/>
          <p:nvPr/>
        </p:nvSpPr>
        <p:spPr>
          <a:xfrm>
            <a:off x="6470751" y="3506724"/>
            <a:ext cx="128016" cy="128016"/>
          </a:xfrm>
          <a:prstGeom prst="ellipse">
            <a:avLst/>
          </a:prstGeom>
          <a:solidFill>
            <a:schemeClr val="accent1"/>
          </a:solidFill>
          <a:ln>
            <a:noFill/>
          </a:ln>
          <a:effectLst/>
        </p:spPr>
        <p:txBody>
          <a:bodyPr rtlCol="0" anchor="ctr"/>
          <a:lstStyle/>
          <a:p>
            <a:pPr algn="ctr"/>
          </a:p>
        </p:txBody>
      </p:sp>
      <p:sp>
        <p:nvSpPr>
          <p:cNvPr id="20" name="TextBox 19"/>
          <p:cNvSpPr txBox="1"/>
          <p:nvPr/>
        </p:nvSpPr>
        <p:spPr>
          <a:xfrm>
            <a:off x="6708495" y="3416808"/>
            <a:ext cx="4495647" cy="307847"/>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a:t>
            </a:r>
          </a:p>
        </p:txBody>
      </p:sp>
      <p:sp>
        <p:nvSpPr>
          <p:cNvPr id="21" name="Oval 20"/>
          <p:cNvSpPr/>
          <p:nvPr/>
        </p:nvSpPr>
        <p:spPr>
          <a:xfrm>
            <a:off x="6470751" y="3814571"/>
            <a:ext cx="128016" cy="128016"/>
          </a:xfrm>
          <a:prstGeom prst="ellipse">
            <a:avLst/>
          </a:prstGeom>
          <a:solidFill>
            <a:schemeClr val="accent1"/>
          </a:solidFill>
          <a:ln>
            <a:noFill/>
          </a:ln>
          <a:effectLst/>
        </p:spPr>
        <p:txBody>
          <a:bodyPr rtlCol="0" anchor="ctr"/>
          <a:lstStyle/>
          <a:p>
            <a:pPr algn="ctr"/>
          </a:p>
        </p:txBody>
      </p:sp>
      <p:sp>
        <p:nvSpPr>
          <p:cNvPr id="22" name="TextBox 21"/>
          <p:cNvSpPr txBox="1"/>
          <p:nvPr/>
        </p:nvSpPr>
        <p:spPr>
          <a:xfrm>
            <a:off x="6708495" y="3724656"/>
            <a:ext cx="4495647" cy="307847"/>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a:t>
            </a:r>
          </a:p>
        </p:txBody>
      </p:sp>
      <p:sp>
        <p:nvSpPr>
          <p:cNvPr id="23" name="TextBox 22"/>
          <p:cNvSpPr txBox="1"/>
          <p:nvPr/>
        </p:nvSpPr>
        <p:spPr>
          <a:xfrm>
            <a:off x="822960" y="4343400"/>
            <a:ext cx="10545775" cy="310896"/>
          </a:xfrm>
          <a:prstGeom prst="rect">
            <a:avLst/>
          </a:prstGeom>
          <a:noFill/>
        </p:spPr>
        <p:txBody>
          <a:bodyPr wrap="square" anchor="t" lIns="0" rIns="0" tIns="0" bIns="0">
            <a:spAutoFit/>
          </a:bodyPr>
          <a:lstStyle/>
          <a:p>
            <a:pPr algn="l"/>
            <a:r>
              <a:rPr sz="1800" b="1">
                <a:solidFill>
                  <a:schemeClr val="tx1"/>
                </a:solidFill>
                <a:latin typeface="+mn-lt"/>
              </a:rPr>
              <a:t>Lorem Ipsum Dolor</a:t>
            </a:r>
          </a:p>
        </p:txBody>
      </p:sp>
      <p:sp>
        <p:nvSpPr>
          <p:cNvPr id="24" name="Oval 23"/>
          <p:cNvSpPr/>
          <p:nvPr/>
        </p:nvSpPr>
        <p:spPr>
          <a:xfrm>
            <a:off x="822959" y="4809744"/>
            <a:ext cx="128016" cy="128016"/>
          </a:xfrm>
          <a:prstGeom prst="ellipse">
            <a:avLst/>
          </a:prstGeom>
          <a:solidFill>
            <a:schemeClr val="accent1"/>
          </a:solidFill>
          <a:ln>
            <a:noFill/>
          </a:ln>
          <a:effectLst/>
        </p:spPr>
        <p:txBody>
          <a:bodyPr rtlCol="0" anchor="ctr"/>
          <a:lstStyle/>
          <a:p>
            <a:pPr algn="ctr"/>
          </a:p>
        </p:txBody>
      </p:sp>
      <p:sp>
        <p:nvSpPr>
          <p:cNvPr id="25" name="TextBox 24"/>
          <p:cNvSpPr txBox="1"/>
          <p:nvPr/>
        </p:nvSpPr>
        <p:spPr>
          <a:xfrm>
            <a:off x="1042416" y="4709160"/>
            <a:ext cx="2285314" cy="329184"/>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26" name="Oval 25"/>
          <p:cNvSpPr/>
          <p:nvPr/>
        </p:nvSpPr>
        <p:spPr>
          <a:xfrm>
            <a:off x="3503295" y="4809744"/>
            <a:ext cx="128016" cy="128016"/>
          </a:xfrm>
          <a:prstGeom prst="ellipse">
            <a:avLst/>
          </a:prstGeom>
          <a:solidFill>
            <a:schemeClr val="accent1"/>
          </a:solidFill>
          <a:ln>
            <a:noFill/>
          </a:ln>
          <a:effectLst/>
        </p:spPr>
        <p:txBody>
          <a:bodyPr rtlCol="0" anchor="ctr"/>
          <a:lstStyle/>
          <a:p>
            <a:pPr algn="ctr"/>
          </a:p>
        </p:txBody>
      </p:sp>
      <p:sp>
        <p:nvSpPr>
          <p:cNvPr id="27" name="TextBox 26"/>
          <p:cNvSpPr txBox="1"/>
          <p:nvPr/>
        </p:nvSpPr>
        <p:spPr>
          <a:xfrm>
            <a:off x="3722751" y="4709160"/>
            <a:ext cx="2285314" cy="329184"/>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28" name="Oval 27"/>
          <p:cNvSpPr/>
          <p:nvPr/>
        </p:nvSpPr>
        <p:spPr>
          <a:xfrm>
            <a:off x="6183630" y="4809744"/>
            <a:ext cx="128016" cy="128016"/>
          </a:xfrm>
          <a:prstGeom prst="ellipse">
            <a:avLst/>
          </a:prstGeom>
          <a:solidFill>
            <a:schemeClr val="accent1"/>
          </a:solidFill>
          <a:ln>
            <a:noFill/>
          </a:ln>
          <a:effectLst/>
        </p:spPr>
        <p:txBody>
          <a:bodyPr rtlCol="0" anchor="ctr"/>
          <a:lstStyle/>
          <a:p>
            <a:pPr algn="ctr"/>
          </a:p>
        </p:txBody>
      </p:sp>
      <p:sp>
        <p:nvSpPr>
          <p:cNvPr id="29" name="TextBox 28"/>
          <p:cNvSpPr txBox="1"/>
          <p:nvPr/>
        </p:nvSpPr>
        <p:spPr>
          <a:xfrm>
            <a:off x="6403086" y="4709160"/>
            <a:ext cx="2285314" cy="329184"/>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30" name="Oval 29"/>
          <p:cNvSpPr/>
          <p:nvPr/>
        </p:nvSpPr>
        <p:spPr>
          <a:xfrm>
            <a:off x="8863965" y="4809744"/>
            <a:ext cx="128016" cy="128016"/>
          </a:xfrm>
          <a:prstGeom prst="ellipse">
            <a:avLst/>
          </a:prstGeom>
          <a:solidFill>
            <a:schemeClr val="accent1"/>
          </a:solidFill>
          <a:ln>
            <a:noFill/>
          </a:ln>
          <a:effectLst/>
        </p:spPr>
        <p:txBody>
          <a:bodyPr rtlCol="0" anchor="ctr"/>
          <a:lstStyle/>
          <a:p>
            <a:pPr algn="ctr"/>
          </a:p>
        </p:txBody>
      </p:sp>
      <p:sp>
        <p:nvSpPr>
          <p:cNvPr id="31" name="TextBox 30"/>
          <p:cNvSpPr txBox="1"/>
          <p:nvPr/>
        </p:nvSpPr>
        <p:spPr>
          <a:xfrm>
            <a:off x="9083421" y="4709160"/>
            <a:ext cx="2285314" cy="329184"/>
          </a:xfrm>
          <a:prstGeom prst="rect">
            <a:avLst/>
          </a:prstGeom>
          <a:noFill/>
        </p:spPr>
        <p:txBody>
          <a:bodyPr wrap="square" anchor="ctr" lIns="0" rIns="0" tIns="0" bIns="0">
            <a:spAutoFit/>
          </a:bodyPr>
          <a:lstStyle/>
          <a:p>
            <a:pPr algn="l"/>
            <a:r>
              <a:rPr sz="1400" b="0">
                <a:solidFill>
                  <a:schemeClr val="tx1"/>
                </a:solidFill>
                <a:latin typeface="+mn-lt"/>
              </a:rPr>
              <a:t>Lorem Ipsum</a:t>
            </a:r>
          </a:p>
        </p:txBody>
      </p:sp>
      <p:sp>
        <p:nvSpPr>
          <p:cNvPr id="32" name="Rectangle 31"/>
          <p:cNvSpPr/>
          <p:nvPr/>
        </p:nvSpPr>
        <p:spPr>
          <a:xfrm>
            <a:off x="822960" y="5257800"/>
            <a:ext cx="10545775" cy="777240"/>
          </a:xfrm>
          <a:prstGeom prst="rect">
            <a:avLst/>
          </a:prstGeom>
          <a:solidFill>
            <a:schemeClr val="accent6"/>
          </a:solidFill>
          <a:ln>
            <a:noFill/>
          </a:ln>
          <a:effectLst/>
        </p:spPr>
        <p:txBody>
          <a:bodyPr rtlCol="0" anchor="ctr"/>
          <a:lstStyle/>
          <a:p>
            <a:pPr algn="ctr"/>
          </a:p>
        </p:txBody>
      </p:sp>
      <p:sp>
        <p:nvSpPr>
          <p:cNvPr id="33" name="TextBox 32"/>
          <p:cNvSpPr txBox="1"/>
          <p:nvPr/>
        </p:nvSpPr>
        <p:spPr>
          <a:xfrm>
            <a:off x="987552" y="5385816"/>
            <a:ext cx="3210458" cy="256032"/>
          </a:xfrm>
          <a:prstGeom prst="rect">
            <a:avLst/>
          </a:prstGeom>
          <a:noFill/>
        </p:spPr>
        <p:txBody>
          <a:bodyPr wrap="square" anchor="t" lIns="0" rIns="0" tIns="0" bIns="0">
            <a:spAutoFit/>
          </a:bodyPr>
          <a:lstStyle/>
          <a:p>
            <a:pPr algn="l"/>
            <a:r>
              <a:rPr sz="1400" b="0">
                <a:solidFill>
                  <a:schemeClr val="accent4"/>
                </a:solidFill>
                <a:latin typeface="+mn-lt"/>
              </a:rPr>
              <a:t>LOREM</a:t>
            </a:r>
          </a:p>
        </p:txBody>
      </p:sp>
      <p:sp>
        <p:nvSpPr>
          <p:cNvPr id="34" name="TextBox 33"/>
          <p:cNvSpPr txBox="1"/>
          <p:nvPr/>
        </p:nvSpPr>
        <p:spPr>
          <a:xfrm>
            <a:off x="987552" y="5660136"/>
            <a:ext cx="3210458" cy="310896"/>
          </a:xfrm>
          <a:prstGeom prst="rect">
            <a:avLst/>
          </a:prstGeom>
          <a:noFill/>
        </p:spPr>
        <p:txBody>
          <a:bodyPr wrap="square" anchor="t" lIns="0" rIns="0" tIns="0" bIns="0">
            <a:spAutoFit/>
          </a:bodyPr>
          <a:lstStyle/>
          <a:p>
            <a:pPr algn="l"/>
            <a:r>
              <a:rPr sz="1400" b="1">
                <a:solidFill>
                  <a:schemeClr val="bg1"/>
                </a:solidFill>
                <a:latin typeface="+mn-lt"/>
              </a:rPr>
              <a:t>Lorem Ipsum Dolor</a:t>
            </a:r>
          </a:p>
        </p:txBody>
      </p:sp>
      <p:sp>
        <p:nvSpPr>
          <p:cNvPr id="35" name="TextBox 34"/>
          <p:cNvSpPr txBox="1"/>
          <p:nvPr/>
        </p:nvSpPr>
        <p:spPr>
          <a:xfrm>
            <a:off x="4490618" y="5385816"/>
            <a:ext cx="3210458" cy="256032"/>
          </a:xfrm>
          <a:prstGeom prst="rect">
            <a:avLst/>
          </a:prstGeom>
          <a:noFill/>
        </p:spPr>
        <p:txBody>
          <a:bodyPr wrap="square" anchor="t" lIns="0" rIns="0" tIns="0" bIns="0">
            <a:spAutoFit/>
          </a:bodyPr>
          <a:lstStyle/>
          <a:p>
            <a:pPr algn="l"/>
            <a:r>
              <a:rPr sz="1400" b="0">
                <a:solidFill>
                  <a:schemeClr val="accent4"/>
                </a:solidFill>
                <a:latin typeface="+mn-lt"/>
              </a:rPr>
              <a:t>LOREM</a:t>
            </a:r>
          </a:p>
        </p:txBody>
      </p:sp>
      <p:sp>
        <p:nvSpPr>
          <p:cNvPr id="36" name="TextBox 35"/>
          <p:cNvSpPr txBox="1"/>
          <p:nvPr/>
        </p:nvSpPr>
        <p:spPr>
          <a:xfrm>
            <a:off x="4490618" y="5660136"/>
            <a:ext cx="3210458" cy="310896"/>
          </a:xfrm>
          <a:prstGeom prst="rect">
            <a:avLst/>
          </a:prstGeom>
          <a:noFill/>
        </p:spPr>
        <p:txBody>
          <a:bodyPr wrap="square" anchor="t" lIns="0" rIns="0" tIns="0" bIns="0">
            <a:spAutoFit/>
          </a:bodyPr>
          <a:lstStyle/>
          <a:p>
            <a:pPr algn="l"/>
            <a:r>
              <a:rPr sz="1400" b="1">
                <a:solidFill>
                  <a:schemeClr val="bg1"/>
                </a:solidFill>
                <a:latin typeface="+mn-lt"/>
              </a:rPr>
              <a:t>Lorem Ipsum Dolor</a:t>
            </a:r>
          </a:p>
        </p:txBody>
      </p:sp>
      <p:sp>
        <p:nvSpPr>
          <p:cNvPr id="37" name="TextBox 36"/>
          <p:cNvSpPr txBox="1"/>
          <p:nvPr/>
        </p:nvSpPr>
        <p:spPr>
          <a:xfrm>
            <a:off x="7993684" y="5385816"/>
            <a:ext cx="3210458" cy="256032"/>
          </a:xfrm>
          <a:prstGeom prst="rect">
            <a:avLst/>
          </a:prstGeom>
          <a:noFill/>
        </p:spPr>
        <p:txBody>
          <a:bodyPr wrap="square" anchor="t" lIns="0" rIns="0" tIns="0" bIns="0">
            <a:spAutoFit/>
          </a:bodyPr>
          <a:lstStyle/>
          <a:p>
            <a:pPr algn="l"/>
            <a:r>
              <a:rPr sz="1400" b="0">
                <a:solidFill>
                  <a:schemeClr val="accent4"/>
                </a:solidFill>
                <a:latin typeface="+mn-lt"/>
              </a:rPr>
              <a:t>LOREM</a:t>
            </a:r>
          </a:p>
        </p:txBody>
      </p:sp>
      <p:sp>
        <p:nvSpPr>
          <p:cNvPr id="38" name="TextBox 37"/>
          <p:cNvSpPr txBox="1"/>
          <p:nvPr/>
        </p:nvSpPr>
        <p:spPr>
          <a:xfrm>
            <a:off x="7993684" y="5660136"/>
            <a:ext cx="3210458" cy="310896"/>
          </a:xfrm>
          <a:prstGeom prst="rect">
            <a:avLst/>
          </a:prstGeom>
          <a:noFill/>
        </p:spPr>
        <p:txBody>
          <a:bodyPr wrap="square" anchor="t" lIns="0" rIns="0" tIns="0" bIns="0">
            <a:spAutoFit/>
          </a:bodyPr>
          <a:lstStyle/>
          <a:p>
            <a:pPr algn="l"/>
            <a:r>
              <a:rPr sz="1400" b="1">
                <a:solidFill>
                  <a:schemeClr val="bg1"/>
                </a:solidFill>
                <a:latin typeface="+mn-lt"/>
              </a:rPr>
              <a:t>Lorem Ipsum Dolor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292608"/>
          </a:xfrm>
          <a:prstGeom prst="rect">
            <a:avLst/>
          </a:prstGeom>
          <a:noFill/>
        </p:spPr>
        <p:txBody>
          <a:bodyPr wrap="square" anchor="t" lIns="0" rIns="0" tIns="0" bIns="0">
            <a:spAutoFit/>
          </a:bodyPr>
          <a:lstStyle/>
          <a:p>
            <a:pPr algn="l"/>
            <a:r>
              <a:rPr sz="1400" b="1">
                <a:solidFill>
                  <a:schemeClr val="accent2"/>
                </a:solidFill>
                <a:latin typeface="+mn-lt"/>
              </a:rPr>
              <a:t>LOREM IPSUM</a:t>
            </a:r>
          </a:p>
        </p:txBody>
      </p:sp>
      <p:sp>
        <p:nvSpPr>
          <p:cNvPr id="3" name="TextBox 2"/>
          <p:cNvSpPr txBox="1"/>
          <p:nvPr/>
        </p:nvSpPr>
        <p:spPr>
          <a:xfrm>
            <a:off x="822960" y="1188720"/>
            <a:ext cx="10545775" cy="621792"/>
          </a:xfrm>
          <a:prstGeom prst="rect">
            <a:avLst/>
          </a:prstGeom>
          <a:noFill/>
        </p:spPr>
        <p:txBody>
          <a:bodyPr wrap="square" anchor="t" lIns="0" rIns="0" tIns="0" bIns="0">
            <a:spAutoFit/>
          </a:bodyPr>
          <a:lstStyle/>
          <a:p>
            <a:pPr algn="l"/>
            <a:r>
              <a:rPr sz="3000" b="1">
                <a:solidFill>
                  <a:schemeClr val="tx1"/>
                </a:solidFill>
                <a:latin typeface="+mj-lt"/>
              </a:rPr>
              <a:t>Lorem Ipsum Dolor</a:t>
            </a:r>
          </a:p>
        </p:txBody>
      </p:sp>
      <p:sp>
        <p:nvSpPr>
          <p:cNvPr id="4" name="TextBox 3"/>
          <p:cNvSpPr txBox="1"/>
          <p:nvPr/>
        </p:nvSpPr>
        <p:spPr>
          <a:xfrm>
            <a:off x="822960" y="1865376"/>
            <a:ext cx="10545775" cy="384048"/>
          </a:xfrm>
          <a:prstGeom prst="rect">
            <a:avLst/>
          </a:prstGeom>
          <a:noFill/>
        </p:spPr>
        <p:txBody>
          <a:bodyPr wrap="square" anchor="t" lIns="0" rIns="0" tIns="0" bIns="0">
            <a:spAutoFit/>
          </a:bodyPr>
          <a:lstStyle/>
          <a:p>
            <a:pPr algn="l"/>
            <a:r>
              <a:rPr sz="2000" b="1">
                <a:solidFill>
                  <a:schemeClr val="accent2"/>
                </a:solidFill>
                <a:latin typeface="+mn-lt"/>
              </a:rPr>
              <a:t>Lorem Ipsum Dolor Sit</a:t>
            </a:r>
          </a:p>
        </p:txBody>
      </p:sp>
      <p:sp>
        <p:nvSpPr>
          <p:cNvPr id="5" name="TextBox 4"/>
          <p:cNvSpPr txBox="1"/>
          <p:nvPr/>
        </p:nvSpPr>
        <p:spPr>
          <a:xfrm>
            <a:off x="822960" y="2322576"/>
            <a:ext cx="10545775" cy="384048"/>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 magna</a:t>
            </a:r>
          </a:p>
        </p:txBody>
      </p:sp>
      <p:sp>
        <p:nvSpPr>
          <p:cNvPr id="6" name="Rectangle 5"/>
          <p:cNvSpPr/>
          <p:nvPr/>
        </p:nvSpPr>
        <p:spPr>
          <a:xfrm>
            <a:off x="822960" y="3858768"/>
            <a:ext cx="10545775" cy="27432"/>
          </a:xfrm>
          <a:prstGeom prst="rect">
            <a:avLst/>
          </a:prstGeom>
          <a:solidFill>
            <a:schemeClr val="accent4"/>
          </a:solidFill>
          <a:ln>
            <a:noFill/>
          </a:ln>
          <a:effectLst/>
        </p:spPr>
        <p:txBody>
          <a:bodyPr rtlCol="0" anchor="ctr"/>
          <a:lstStyle/>
          <a:p>
            <a:pPr algn="ctr"/>
          </a:p>
        </p:txBody>
      </p:sp>
      <p:sp>
        <p:nvSpPr>
          <p:cNvPr id="7" name="TextBox 6"/>
          <p:cNvSpPr txBox="1"/>
          <p:nvPr/>
        </p:nvSpPr>
        <p:spPr>
          <a:xfrm>
            <a:off x="822960" y="3200400"/>
            <a:ext cx="2416987" cy="566928"/>
          </a:xfrm>
          <a:prstGeom prst="rect">
            <a:avLst/>
          </a:prstGeom>
          <a:noFill/>
        </p:spPr>
        <p:txBody>
          <a:bodyPr wrap="square" anchor="b" lIns="0" rIns="0" tIns="0" bIns="0">
            <a:spAutoFit/>
          </a:bodyPr>
          <a:lstStyle/>
          <a:p>
            <a:pPr algn="l"/>
            <a:r>
              <a:rPr sz="1800" b="1">
                <a:solidFill>
                  <a:schemeClr val="tx1"/>
                </a:solidFill>
                <a:latin typeface="+mn-lt"/>
              </a:rPr>
              <a:t>Lorem Ipsum</a:t>
            </a:r>
          </a:p>
        </p:txBody>
      </p:sp>
      <p:sp>
        <p:nvSpPr>
          <p:cNvPr id="8" name="Oval 7"/>
          <p:cNvSpPr/>
          <p:nvPr/>
        </p:nvSpPr>
        <p:spPr>
          <a:xfrm>
            <a:off x="822960" y="3753611"/>
            <a:ext cx="237744" cy="237744"/>
          </a:xfrm>
          <a:prstGeom prst="ellipse">
            <a:avLst/>
          </a:prstGeom>
          <a:solidFill>
            <a:schemeClr val="accent1"/>
          </a:solidFill>
          <a:ln>
            <a:noFill/>
          </a:ln>
          <a:effectLst/>
        </p:spPr>
        <p:txBody>
          <a:bodyPr rtlCol="0" anchor="ctr"/>
          <a:lstStyle/>
          <a:p>
            <a:pPr algn="ctr"/>
          </a:p>
        </p:txBody>
      </p:sp>
      <p:sp>
        <p:nvSpPr>
          <p:cNvPr id="9" name="TextBox 8"/>
          <p:cNvSpPr txBox="1"/>
          <p:nvPr/>
        </p:nvSpPr>
        <p:spPr>
          <a:xfrm>
            <a:off x="822960" y="4114800"/>
            <a:ext cx="2416987" cy="1133856"/>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a:t>
            </a:r>
          </a:p>
        </p:txBody>
      </p:sp>
      <p:sp>
        <p:nvSpPr>
          <p:cNvPr id="10" name="TextBox 9"/>
          <p:cNvSpPr txBox="1"/>
          <p:nvPr/>
        </p:nvSpPr>
        <p:spPr>
          <a:xfrm>
            <a:off x="3532555" y="3200400"/>
            <a:ext cx="2416987" cy="566928"/>
          </a:xfrm>
          <a:prstGeom prst="rect">
            <a:avLst/>
          </a:prstGeom>
          <a:noFill/>
        </p:spPr>
        <p:txBody>
          <a:bodyPr wrap="square" anchor="b" lIns="0" rIns="0" tIns="0" bIns="0">
            <a:spAutoFit/>
          </a:bodyPr>
          <a:lstStyle/>
          <a:p>
            <a:pPr algn="l"/>
            <a:r>
              <a:rPr sz="1800" b="1">
                <a:solidFill>
                  <a:schemeClr val="tx1"/>
                </a:solidFill>
                <a:latin typeface="+mn-lt"/>
              </a:rPr>
              <a:t>Lorem Ipsum</a:t>
            </a:r>
          </a:p>
        </p:txBody>
      </p:sp>
      <p:sp>
        <p:nvSpPr>
          <p:cNvPr id="11" name="Oval 10"/>
          <p:cNvSpPr/>
          <p:nvPr/>
        </p:nvSpPr>
        <p:spPr>
          <a:xfrm>
            <a:off x="3532555" y="3753611"/>
            <a:ext cx="237744" cy="237744"/>
          </a:xfrm>
          <a:prstGeom prst="ellipse">
            <a:avLst/>
          </a:prstGeom>
          <a:solidFill>
            <a:schemeClr val="accent1"/>
          </a:solidFill>
          <a:ln>
            <a:noFill/>
          </a:ln>
          <a:effectLst/>
        </p:spPr>
        <p:txBody>
          <a:bodyPr rtlCol="0" anchor="ctr"/>
          <a:lstStyle/>
          <a:p>
            <a:pPr algn="ctr"/>
          </a:p>
        </p:txBody>
      </p:sp>
      <p:sp>
        <p:nvSpPr>
          <p:cNvPr id="12" name="TextBox 11"/>
          <p:cNvSpPr txBox="1"/>
          <p:nvPr/>
        </p:nvSpPr>
        <p:spPr>
          <a:xfrm>
            <a:off x="3532555" y="4114800"/>
            <a:ext cx="2416987" cy="1133856"/>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a:t>
            </a:r>
          </a:p>
        </p:txBody>
      </p:sp>
      <p:sp>
        <p:nvSpPr>
          <p:cNvPr id="13" name="TextBox 12"/>
          <p:cNvSpPr txBox="1"/>
          <p:nvPr/>
        </p:nvSpPr>
        <p:spPr>
          <a:xfrm>
            <a:off x="6242151" y="3200400"/>
            <a:ext cx="2416987" cy="566928"/>
          </a:xfrm>
          <a:prstGeom prst="rect">
            <a:avLst/>
          </a:prstGeom>
          <a:noFill/>
        </p:spPr>
        <p:txBody>
          <a:bodyPr wrap="square" anchor="b" lIns="0" rIns="0" tIns="0" bIns="0">
            <a:spAutoFit/>
          </a:bodyPr>
          <a:lstStyle/>
          <a:p>
            <a:pPr algn="l"/>
            <a:r>
              <a:rPr sz="1800" b="1">
                <a:solidFill>
                  <a:schemeClr val="tx1"/>
                </a:solidFill>
                <a:latin typeface="+mn-lt"/>
              </a:rPr>
              <a:t>Lorem Ipsum</a:t>
            </a:r>
          </a:p>
        </p:txBody>
      </p:sp>
      <p:sp>
        <p:nvSpPr>
          <p:cNvPr id="14" name="Oval 13"/>
          <p:cNvSpPr/>
          <p:nvPr/>
        </p:nvSpPr>
        <p:spPr>
          <a:xfrm>
            <a:off x="6242151" y="3753611"/>
            <a:ext cx="237744" cy="237744"/>
          </a:xfrm>
          <a:prstGeom prst="ellipse">
            <a:avLst/>
          </a:prstGeom>
          <a:solidFill>
            <a:schemeClr val="accent1"/>
          </a:solidFill>
          <a:ln>
            <a:noFill/>
          </a:ln>
          <a:effectLst/>
        </p:spPr>
        <p:txBody>
          <a:bodyPr rtlCol="0" anchor="ctr"/>
          <a:lstStyle/>
          <a:p>
            <a:pPr algn="ctr"/>
          </a:p>
        </p:txBody>
      </p:sp>
      <p:sp>
        <p:nvSpPr>
          <p:cNvPr id="15" name="TextBox 14"/>
          <p:cNvSpPr txBox="1"/>
          <p:nvPr/>
        </p:nvSpPr>
        <p:spPr>
          <a:xfrm>
            <a:off x="6242151" y="4114800"/>
            <a:ext cx="2416987" cy="1133856"/>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a:t>
            </a:r>
          </a:p>
        </p:txBody>
      </p:sp>
      <p:sp>
        <p:nvSpPr>
          <p:cNvPr id="16" name="TextBox 15"/>
          <p:cNvSpPr txBox="1"/>
          <p:nvPr/>
        </p:nvSpPr>
        <p:spPr>
          <a:xfrm>
            <a:off x="8951747" y="3200400"/>
            <a:ext cx="2416987" cy="566928"/>
          </a:xfrm>
          <a:prstGeom prst="rect">
            <a:avLst/>
          </a:prstGeom>
          <a:noFill/>
        </p:spPr>
        <p:txBody>
          <a:bodyPr wrap="square" anchor="b" lIns="0" rIns="0" tIns="0" bIns="0">
            <a:spAutoFit/>
          </a:bodyPr>
          <a:lstStyle/>
          <a:p>
            <a:pPr algn="l"/>
            <a:r>
              <a:rPr sz="1800" b="1">
                <a:solidFill>
                  <a:schemeClr val="tx1"/>
                </a:solidFill>
                <a:latin typeface="+mn-lt"/>
              </a:rPr>
              <a:t>Lorem Ipsum</a:t>
            </a:r>
          </a:p>
        </p:txBody>
      </p:sp>
      <p:sp>
        <p:nvSpPr>
          <p:cNvPr id="17" name="Oval 16"/>
          <p:cNvSpPr/>
          <p:nvPr/>
        </p:nvSpPr>
        <p:spPr>
          <a:xfrm>
            <a:off x="8951747" y="3753611"/>
            <a:ext cx="237744" cy="237744"/>
          </a:xfrm>
          <a:prstGeom prst="ellipse">
            <a:avLst/>
          </a:prstGeom>
          <a:solidFill>
            <a:schemeClr val="accent6"/>
          </a:solidFill>
          <a:ln>
            <a:noFill/>
          </a:ln>
          <a:effectLst/>
        </p:spPr>
        <p:txBody>
          <a:bodyPr rtlCol="0" anchor="ctr"/>
          <a:lstStyle/>
          <a:p>
            <a:pPr algn="ctr"/>
          </a:p>
        </p:txBody>
      </p:sp>
      <p:sp>
        <p:nvSpPr>
          <p:cNvPr id="18" name="TextBox 17"/>
          <p:cNvSpPr txBox="1"/>
          <p:nvPr/>
        </p:nvSpPr>
        <p:spPr>
          <a:xfrm>
            <a:off x="8951747" y="4114800"/>
            <a:ext cx="2416987" cy="1133856"/>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a:t>
            </a:r>
          </a:p>
        </p:txBody>
      </p:sp>
      <p:sp>
        <p:nvSpPr>
          <p:cNvPr id="19" name="TextBox 18"/>
          <p:cNvSpPr txBox="1"/>
          <p:nvPr/>
        </p:nvSpPr>
        <p:spPr>
          <a:xfrm>
            <a:off x="822960" y="5376672"/>
            <a:ext cx="10545775" cy="566928"/>
          </a:xfrm>
          <a:prstGeom prst="rect">
            <a:avLst/>
          </a:prstGeom>
          <a:noFill/>
        </p:spPr>
        <p:txBody>
          <a:bodyPr wrap="square" anchor="t" lIns="0" rIns="0" tIns="0" bIns="0">
            <a:spAutoFit/>
          </a:bodyPr>
          <a:lstStyle/>
          <a:p>
            <a:pPr algn="l"/>
            <a:r>
              <a:rPr sz="1400" b="0">
                <a:solidFill>
                  <a:schemeClr val="accent2"/>
                </a:solidFill>
                <a:latin typeface="+mn-lt"/>
              </a:rPr>
              <a:t>Lorem ipsum dolor sit amet consectetur adipiscing elit sed do eiusmod tempor incididunt ut labore et dolore magna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 Sit</a:t>
            </a:r>
          </a:p>
        </p:txBody>
      </p:sp>
      <p:sp>
        <p:nvSpPr>
          <p:cNvPr id="3" name="Rectangle 2"/>
          <p:cNvSpPr/>
          <p:nvPr/>
        </p:nvSpPr>
        <p:spPr>
          <a:xfrm>
            <a:off x="822960" y="1691640"/>
            <a:ext cx="10545775" cy="1313687"/>
          </a:xfrm>
          <a:prstGeom prst="rect">
            <a:avLst/>
          </a:prstGeom>
          <a:solidFill>
            <a:schemeClr val="bg2"/>
          </a:solidFill>
          <a:ln>
            <a:noFill/>
          </a:ln>
          <a:effectLst/>
        </p:spPr>
        <p:txBody>
          <a:bodyPr rtlCol="0" anchor="ctr"/>
          <a:lstStyle/>
          <a:p>
            <a:pPr algn="ctr"/>
          </a:p>
        </p:txBody>
      </p:sp>
      <p:sp>
        <p:nvSpPr>
          <p:cNvPr id="4" name="TextBox 3"/>
          <p:cNvSpPr txBox="1"/>
          <p:nvPr/>
        </p:nvSpPr>
        <p:spPr>
          <a:xfrm>
            <a:off x="822960" y="1691640"/>
            <a:ext cx="1417320" cy="1313687"/>
          </a:xfrm>
          <a:prstGeom prst="rect">
            <a:avLst/>
          </a:prstGeom>
          <a:noFill/>
        </p:spPr>
        <p:txBody>
          <a:bodyPr wrap="square" anchor="ctr" lIns="0" rIns="0" tIns="0" bIns="0">
            <a:spAutoFit/>
          </a:bodyPr>
          <a:lstStyle/>
          <a:p>
            <a:pPr algn="ctr"/>
            <a:r>
              <a:rPr sz="4400" b="1">
                <a:solidFill>
                  <a:schemeClr val="accent4"/>
                </a:solidFill>
                <a:latin typeface="+mj-lt"/>
              </a:rPr>
              <a:t>01</a:t>
            </a:r>
          </a:p>
        </p:txBody>
      </p:sp>
      <p:sp>
        <p:nvSpPr>
          <p:cNvPr id="5" name="TextBox 4"/>
          <p:cNvSpPr txBox="1"/>
          <p:nvPr/>
        </p:nvSpPr>
        <p:spPr>
          <a:xfrm>
            <a:off x="2240280" y="1837944"/>
            <a:ext cx="8963863" cy="365760"/>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6" name="Oval 5"/>
          <p:cNvSpPr/>
          <p:nvPr/>
        </p:nvSpPr>
        <p:spPr>
          <a:xfrm>
            <a:off x="2258568" y="2264156"/>
            <a:ext cx="128016" cy="128016"/>
          </a:xfrm>
          <a:prstGeom prst="ellipse">
            <a:avLst/>
          </a:prstGeom>
          <a:solidFill>
            <a:schemeClr val="accent1"/>
          </a:solidFill>
          <a:ln>
            <a:noFill/>
          </a:ln>
          <a:effectLst/>
        </p:spPr>
        <p:txBody>
          <a:bodyPr rtlCol="0" anchor="ctr"/>
          <a:lstStyle/>
          <a:p>
            <a:pPr algn="ctr"/>
          </a:p>
        </p:txBody>
      </p:sp>
      <p:sp>
        <p:nvSpPr>
          <p:cNvPr id="7" name="TextBox 6"/>
          <p:cNvSpPr txBox="1"/>
          <p:nvPr/>
        </p:nvSpPr>
        <p:spPr>
          <a:xfrm>
            <a:off x="2496312" y="2203704"/>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8" name="Oval 7"/>
          <p:cNvSpPr/>
          <p:nvPr/>
        </p:nvSpPr>
        <p:spPr>
          <a:xfrm>
            <a:off x="2258568" y="2513076"/>
            <a:ext cx="128016" cy="128016"/>
          </a:xfrm>
          <a:prstGeom prst="ellipse">
            <a:avLst/>
          </a:prstGeom>
          <a:solidFill>
            <a:schemeClr val="accent1"/>
          </a:solidFill>
          <a:ln>
            <a:noFill/>
          </a:ln>
          <a:effectLst/>
        </p:spPr>
        <p:txBody>
          <a:bodyPr rtlCol="0" anchor="ctr"/>
          <a:lstStyle/>
          <a:p>
            <a:pPr algn="ctr"/>
          </a:p>
        </p:txBody>
      </p:sp>
      <p:sp>
        <p:nvSpPr>
          <p:cNvPr id="9" name="TextBox 8"/>
          <p:cNvSpPr txBox="1"/>
          <p:nvPr/>
        </p:nvSpPr>
        <p:spPr>
          <a:xfrm>
            <a:off x="2496312" y="2452624"/>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10" name="Oval 9"/>
          <p:cNvSpPr/>
          <p:nvPr/>
        </p:nvSpPr>
        <p:spPr>
          <a:xfrm>
            <a:off x="2258568" y="2761996"/>
            <a:ext cx="128016" cy="128016"/>
          </a:xfrm>
          <a:prstGeom prst="ellipse">
            <a:avLst/>
          </a:prstGeom>
          <a:solidFill>
            <a:schemeClr val="accent1"/>
          </a:solidFill>
          <a:ln>
            <a:noFill/>
          </a:ln>
          <a:effectLst/>
        </p:spPr>
        <p:txBody>
          <a:bodyPr rtlCol="0" anchor="ctr"/>
          <a:lstStyle/>
          <a:p>
            <a:pPr algn="ctr"/>
          </a:p>
        </p:txBody>
      </p:sp>
      <p:sp>
        <p:nvSpPr>
          <p:cNvPr id="11" name="TextBox 10"/>
          <p:cNvSpPr txBox="1"/>
          <p:nvPr/>
        </p:nvSpPr>
        <p:spPr>
          <a:xfrm>
            <a:off x="2496312" y="2701544"/>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12" name="Rectangle 11"/>
          <p:cNvSpPr/>
          <p:nvPr/>
        </p:nvSpPr>
        <p:spPr>
          <a:xfrm>
            <a:off x="822960" y="3206496"/>
            <a:ext cx="10545775" cy="1313687"/>
          </a:xfrm>
          <a:prstGeom prst="rect">
            <a:avLst/>
          </a:prstGeom>
          <a:solidFill>
            <a:schemeClr val="bg2"/>
          </a:solidFill>
          <a:ln>
            <a:noFill/>
          </a:ln>
          <a:effectLst/>
        </p:spPr>
        <p:txBody>
          <a:bodyPr rtlCol="0" anchor="ctr"/>
          <a:lstStyle/>
          <a:p>
            <a:pPr algn="ctr"/>
          </a:p>
        </p:txBody>
      </p:sp>
      <p:sp>
        <p:nvSpPr>
          <p:cNvPr id="13" name="TextBox 12"/>
          <p:cNvSpPr txBox="1"/>
          <p:nvPr/>
        </p:nvSpPr>
        <p:spPr>
          <a:xfrm>
            <a:off x="822960" y="3206496"/>
            <a:ext cx="1417320" cy="1313687"/>
          </a:xfrm>
          <a:prstGeom prst="rect">
            <a:avLst/>
          </a:prstGeom>
          <a:noFill/>
        </p:spPr>
        <p:txBody>
          <a:bodyPr wrap="square" anchor="ctr" lIns="0" rIns="0" tIns="0" bIns="0">
            <a:spAutoFit/>
          </a:bodyPr>
          <a:lstStyle/>
          <a:p>
            <a:pPr algn="ctr"/>
            <a:r>
              <a:rPr sz="4400" b="1">
                <a:solidFill>
                  <a:schemeClr val="accent4"/>
                </a:solidFill>
                <a:latin typeface="+mj-lt"/>
              </a:rPr>
              <a:t>02</a:t>
            </a:r>
          </a:p>
        </p:txBody>
      </p:sp>
      <p:sp>
        <p:nvSpPr>
          <p:cNvPr id="14" name="TextBox 13"/>
          <p:cNvSpPr txBox="1"/>
          <p:nvPr/>
        </p:nvSpPr>
        <p:spPr>
          <a:xfrm>
            <a:off x="2240280" y="3352800"/>
            <a:ext cx="8963863" cy="365760"/>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5" name="Oval 14"/>
          <p:cNvSpPr/>
          <p:nvPr/>
        </p:nvSpPr>
        <p:spPr>
          <a:xfrm>
            <a:off x="2258568" y="3779011"/>
            <a:ext cx="128016" cy="128016"/>
          </a:xfrm>
          <a:prstGeom prst="ellipse">
            <a:avLst/>
          </a:prstGeom>
          <a:solidFill>
            <a:schemeClr val="accent1"/>
          </a:solidFill>
          <a:ln>
            <a:noFill/>
          </a:ln>
          <a:effectLst/>
        </p:spPr>
        <p:txBody>
          <a:bodyPr rtlCol="0" anchor="ctr"/>
          <a:lstStyle/>
          <a:p>
            <a:pPr algn="ctr"/>
          </a:p>
        </p:txBody>
      </p:sp>
      <p:sp>
        <p:nvSpPr>
          <p:cNvPr id="16" name="TextBox 15"/>
          <p:cNvSpPr txBox="1"/>
          <p:nvPr/>
        </p:nvSpPr>
        <p:spPr>
          <a:xfrm>
            <a:off x="2496312" y="3718560"/>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17" name="Oval 16"/>
          <p:cNvSpPr/>
          <p:nvPr/>
        </p:nvSpPr>
        <p:spPr>
          <a:xfrm>
            <a:off x="2258568" y="4027931"/>
            <a:ext cx="128016" cy="128016"/>
          </a:xfrm>
          <a:prstGeom prst="ellipse">
            <a:avLst/>
          </a:prstGeom>
          <a:solidFill>
            <a:schemeClr val="accent1"/>
          </a:solidFill>
          <a:ln>
            <a:noFill/>
          </a:ln>
          <a:effectLst/>
        </p:spPr>
        <p:txBody>
          <a:bodyPr rtlCol="0" anchor="ctr"/>
          <a:lstStyle/>
          <a:p>
            <a:pPr algn="ctr"/>
          </a:p>
        </p:txBody>
      </p:sp>
      <p:sp>
        <p:nvSpPr>
          <p:cNvPr id="18" name="TextBox 17"/>
          <p:cNvSpPr txBox="1"/>
          <p:nvPr/>
        </p:nvSpPr>
        <p:spPr>
          <a:xfrm>
            <a:off x="2496312" y="3967479"/>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19" name="Oval 18"/>
          <p:cNvSpPr/>
          <p:nvPr/>
        </p:nvSpPr>
        <p:spPr>
          <a:xfrm>
            <a:off x="2258568" y="4276851"/>
            <a:ext cx="128016" cy="128016"/>
          </a:xfrm>
          <a:prstGeom prst="ellipse">
            <a:avLst/>
          </a:prstGeom>
          <a:solidFill>
            <a:schemeClr val="accent1"/>
          </a:solidFill>
          <a:ln>
            <a:noFill/>
          </a:ln>
          <a:effectLst/>
        </p:spPr>
        <p:txBody>
          <a:bodyPr rtlCol="0" anchor="ctr"/>
          <a:lstStyle/>
          <a:p>
            <a:pPr algn="ctr"/>
          </a:p>
        </p:txBody>
      </p:sp>
      <p:sp>
        <p:nvSpPr>
          <p:cNvPr id="20" name="TextBox 19"/>
          <p:cNvSpPr txBox="1"/>
          <p:nvPr/>
        </p:nvSpPr>
        <p:spPr>
          <a:xfrm>
            <a:off x="2496312" y="4216400"/>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21" name="Rectangle 20"/>
          <p:cNvSpPr/>
          <p:nvPr/>
        </p:nvSpPr>
        <p:spPr>
          <a:xfrm>
            <a:off x="822960" y="4721352"/>
            <a:ext cx="10545775" cy="1313687"/>
          </a:xfrm>
          <a:prstGeom prst="rect">
            <a:avLst/>
          </a:prstGeom>
          <a:solidFill>
            <a:schemeClr val="bg2"/>
          </a:solidFill>
          <a:ln>
            <a:noFill/>
          </a:ln>
          <a:effectLst/>
        </p:spPr>
        <p:txBody>
          <a:bodyPr rtlCol="0" anchor="ctr"/>
          <a:lstStyle/>
          <a:p>
            <a:pPr algn="ctr"/>
          </a:p>
        </p:txBody>
      </p:sp>
      <p:sp>
        <p:nvSpPr>
          <p:cNvPr id="22" name="TextBox 21"/>
          <p:cNvSpPr txBox="1"/>
          <p:nvPr/>
        </p:nvSpPr>
        <p:spPr>
          <a:xfrm>
            <a:off x="822960" y="4721352"/>
            <a:ext cx="1417320" cy="1313687"/>
          </a:xfrm>
          <a:prstGeom prst="rect">
            <a:avLst/>
          </a:prstGeom>
          <a:noFill/>
        </p:spPr>
        <p:txBody>
          <a:bodyPr wrap="square" anchor="ctr" lIns="0" rIns="0" tIns="0" bIns="0">
            <a:spAutoFit/>
          </a:bodyPr>
          <a:lstStyle/>
          <a:p>
            <a:pPr algn="ctr"/>
            <a:r>
              <a:rPr sz="4400" b="1">
                <a:solidFill>
                  <a:schemeClr val="accent4"/>
                </a:solidFill>
                <a:latin typeface="+mj-lt"/>
              </a:rPr>
              <a:t>03</a:t>
            </a:r>
          </a:p>
        </p:txBody>
      </p:sp>
      <p:sp>
        <p:nvSpPr>
          <p:cNvPr id="23" name="TextBox 22"/>
          <p:cNvSpPr txBox="1"/>
          <p:nvPr/>
        </p:nvSpPr>
        <p:spPr>
          <a:xfrm>
            <a:off x="2240280" y="4867656"/>
            <a:ext cx="8963863" cy="365760"/>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24" name="Oval 23"/>
          <p:cNvSpPr/>
          <p:nvPr/>
        </p:nvSpPr>
        <p:spPr>
          <a:xfrm>
            <a:off x="2258568" y="5293867"/>
            <a:ext cx="128016" cy="128016"/>
          </a:xfrm>
          <a:prstGeom prst="ellipse">
            <a:avLst/>
          </a:prstGeom>
          <a:solidFill>
            <a:schemeClr val="accent1"/>
          </a:solidFill>
          <a:ln>
            <a:noFill/>
          </a:ln>
          <a:effectLst/>
        </p:spPr>
        <p:txBody>
          <a:bodyPr rtlCol="0" anchor="ctr"/>
          <a:lstStyle/>
          <a:p>
            <a:pPr algn="ctr"/>
          </a:p>
        </p:txBody>
      </p:sp>
      <p:sp>
        <p:nvSpPr>
          <p:cNvPr id="25" name="TextBox 24"/>
          <p:cNvSpPr txBox="1"/>
          <p:nvPr/>
        </p:nvSpPr>
        <p:spPr>
          <a:xfrm>
            <a:off x="2496312" y="5233415"/>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26" name="Oval 25"/>
          <p:cNvSpPr/>
          <p:nvPr/>
        </p:nvSpPr>
        <p:spPr>
          <a:xfrm>
            <a:off x="2258568" y="5542787"/>
            <a:ext cx="128016" cy="128016"/>
          </a:xfrm>
          <a:prstGeom prst="ellipse">
            <a:avLst/>
          </a:prstGeom>
          <a:solidFill>
            <a:schemeClr val="accent1"/>
          </a:solidFill>
          <a:ln>
            <a:noFill/>
          </a:ln>
          <a:effectLst/>
        </p:spPr>
        <p:txBody>
          <a:bodyPr rtlCol="0" anchor="ctr"/>
          <a:lstStyle/>
          <a:p>
            <a:pPr algn="ctr"/>
          </a:p>
        </p:txBody>
      </p:sp>
      <p:sp>
        <p:nvSpPr>
          <p:cNvPr id="27" name="TextBox 26"/>
          <p:cNvSpPr txBox="1"/>
          <p:nvPr/>
        </p:nvSpPr>
        <p:spPr>
          <a:xfrm>
            <a:off x="2496312" y="5482335"/>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
        <p:nvSpPr>
          <p:cNvPr id="28" name="Oval 27"/>
          <p:cNvSpPr/>
          <p:nvPr/>
        </p:nvSpPr>
        <p:spPr>
          <a:xfrm>
            <a:off x="2258568" y="5791707"/>
            <a:ext cx="128016" cy="128016"/>
          </a:xfrm>
          <a:prstGeom prst="ellipse">
            <a:avLst/>
          </a:prstGeom>
          <a:solidFill>
            <a:schemeClr val="accent1"/>
          </a:solidFill>
          <a:ln>
            <a:noFill/>
          </a:ln>
          <a:effectLst/>
        </p:spPr>
        <p:txBody>
          <a:bodyPr rtlCol="0" anchor="ctr"/>
          <a:lstStyle/>
          <a:p>
            <a:pPr algn="ctr"/>
          </a:p>
        </p:txBody>
      </p:sp>
      <p:sp>
        <p:nvSpPr>
          <p:cNvPr id="29" name="TextBox 28"/>
          <p:cNvSpPr txBox="1"/>
          <p:nvPr/>
        </p:nvSpPr>
        <p:spPr>
          <a:xfrm>
            <a:off x="2496312" y="5731255"/>
            <a:ext cx="8762695" cy="248919"/>
          </a:xfrm>
          <a:prstGeom prst="rect">
            <a:avLst/>
          </a:prstGeom>
          <a:noFill/>
        </p:spPr>
        <p:txBody>
          <a:bodyPr wrap="square" anchor="ctr" lIns="0" rIns="0" tIns="0" bIns="0">
            <a:spAutoFit/>
          </a:bodyPr>
          <a:lstStyle/>
          <a:p>
            <a:pPr algn="l"/>
            <a:r>
              <a:rPr sz="1400" b="0">
                <a:solidFill>
                  <a:schemeClr val="tx1"/>
                </a:solidFill>
                <a:latin typeface="+mn-lt"/>
              </a:rPr>
              <a:t>Lorem ipsum dolor sit amet consectetur adipiscing elit sed do eiusmod tempor incididunt ut labore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10545775" cy="566928"/>
          </a:xfrm>
          <a:prstGeom prst="rect">
            <a:avLst/>
          </a:prstGeom>
          <a:noFill/>
        </p:spPr>
        <p:txBody>
          <a:bodyPr wrap="square" anchor="t" lIns="0" rIns="0" tIns="0" bIns="0">
            <a:spAutoFit/>
          </a:bodyPr>
          <a:lstStyle/>
          <a:p>
            <a:pPr algn="l"/>
            <a:r>
              <a:rPr sz="3200" b="1">
                <a:solidFill>
                  <a:schemeClr val="tx1"/>
                </a:solidFill>
                <a:latin typeface="+mj-lt"/>
              </a:rPr>
              <a:t>Lorem Ipsum Dolor</a:t>
            </a:r>
          </a:p>
        </p:txBody>
      </p:sp>
      <p:sp>
        <p:nvSpPr>
          <p:cNvPr id="3" name="Rectangle 2"/>
          <p:cNvSpPr/>
          <p:nvPr/>
        </p:nvSpPr>
        <p:spPr>
          <a:xfrm>
            <a:off x="822960" y="1691640"/>
            <a:ext cx="4429225" cy="4343400"/>
          </a:xfrm>
          <a:prstGeom prst="rect">
            <a:avLst/>
          </a:prstGeom>
          <a:solidFill>
            <a:schemeClr val="accent5"/>
          </a:solidFill>
          <a:ln>
            <a:noFill/>
          </a:ln>
          <a:effectLst/>
        </p:spPr>
        <p:txBody>
          <a:bodyPr rtlCol="0" anchor="ctr" wrap="square" lIns="164592" rIns="164592" tIns="109728" bIns="109728"/>
          <a:lstStyle/>
          <a:p>
            <a:pPr algn="ctr"/>
            <a:r>
              <a:rPr sz="1800" b="1">
                <a:solidFill>
                  <a:schemeClr val="tx1"/>
                </a:solidFill>
                <a:latin typeface="+mn-lt"/>
              </a:rPr>
              <a:t>Image, device or screenshot</a:t>
            </a:r>
          </a:p>
        </p:txBody>
      </p:sp>
      <p:sp>
        <p:nvSpPr>
          <p:cNvPr id="4" name="Rectangle 3"/>
          <p:cNvSpPr/>
          <p:nvPr/>
        </p:nvSpPr>
        <p:spPr>
          <a:xfrm>
            <a:off x="5727673" y="1746504"/>
            <a:ext cx="420624" cy="420624"/>
          </a:xfrm>
          <a:prstGeom prst="rect">
            <a:avLst/>
          </a:prstGeom>
          <a:solidFill>
            <a:schemeClr val="accent4"/>
          </a:solidFill>
          <a:ln>
            <a:noFill/>
          </a:ln>
          <a:effectLst/>
        </p:spPr>
        <p:txBody>
          <a:bodyPr rtlCol="0" anchor="ctr"/>
          <a:lstStyle/>
          <a:p>
            <a:pPr algn="ctr"/>
          </a:p>
        </p:txBody>
      </p:sp>
      <p:sp>
        <p:nvSpPr>
          <p:cNvPr id="5" name="TextBox 4"/>
          <p:cNvSpPr txBox="1"/>
          <p:nvPr/>
        </p:nvSpPr>
        <p:spPr>
          <a:xfrm>
            <a:off x="5727673" y="2258568"/>
            <a:ext cx="2674226"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6" name="TextBox 5"/>
          <p:cNvSpPr txBox="1"/>
          <p:nvPr/>
        </p:nvSpPr>
        <p:spPr>
          <a:xfrm>
            <a:off x="5727673" y="2624328"/>
            <a:ext cx="2674226" cy="112014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a:t>
            </a:r>
          </a:p>
        </p:txBody>
      </p:sp>
      <p:sp>
        <p:nvSpPr>
          <p:cNvPr id="7" name="Rectangle 6"/>
          <p:cNvSpPr/>
          <p:nvPr/>
        </p:nvSpPr>
        <p:spPr>
          <a:xfrm>
            <a:off x="8694508" y="1746504"/>
            <a:ext cx="420624" cy="420624"/>
          </a:xfrm>
          <a:prstGeom prst="rect">
            <a:avLst/>
          </a:prstGeom>
          <a:solidFill>
            <a:schemeClr val="accent4"/>
          </a:solidFill>
          <a:ln>
            <a:noFill/>
          </a:ln>
          <a:effectLst/>
        </p:spPr>
        <p:txBody>
          <a:bodyPr rtlCol="0" anchor="ctr"/>
          <a:lstStyle/>
          <a:p>
            <a:pPr algn="ctr"/>
          </a:p>
        </p:txBody>
      </p:sp>
      <p:sp>
        <p:nvSpPr>
          <p:cNvPr id="8" name="TextBox 7"/>
          <p:cNvSpPr txBox="1"/>
          <p:nvPr/>
        </p:nvSpPr>
        <p:spPr>
          <a:xfrm>
            <a:off x="8694508" y="2258568"/>
            <a:ext cx="2674226"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9" name="TextBox 8"/>
          <p:cNvSpPr txBox="1"/>
          <p:nvPr/>
        </p:nvSpPr>
        <p:spPr>
          <a:xfrm>
            <a:off x="8694508" y="2624328"/>
            <a:ext cx="2674226" cy="112014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a:t>
            </a:r>
          </a:p>
        </p:txBody>
      </p:sp>
      <p:sp>
        <p:nvSpPr>
          <p:cNvPr id="10" name="Rectangle 9"/>
          <p:cNvSpPr/>
          <p:nvPr/>
        </p:nvSpPr>
        <p:spPr>
          <a:xfrm>
            <a:off x="5727673" y="3918203"/>
            <a:ext cx="420624" cy="420624"/>
          </a:xfrm>
          <a:prstGeom prst="rect">
            <a:avLst/>
          </a:prstGeom>
          <a:solidFill>
            <a:schemeClr val="accent4"/>
          </a:solidFill>
          <a:ln>
            <a:noFill/>
          </a:ln>
          <a:effectLst/>
        </p:spPr>
        <p:txBody>
          <a:bodyPr rtlCol="0" anchor="ctr"/>
          <a:lstStyle/>
          <a:p>
            <a:pPr algn="ctr"/>
          </a:p>
        </p:txBody>
      </p:sp>
      <p:sp>
        <p:nvSpPr>
          <p:cNvPr id="11" name="TextBox 10"/>
          <p:cNvSpPr txBox="1"/>
          <p:nvPr/>
        </p:nvSpPr>
        <p:spPr>
          <a:xfrm>
            <a:off x="5727673" y="4430268"/>
            <a:ext cx="2674226"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2" name="TextBox 11"/>
          <p:cNvSpPr txBox="1"/>
          <p:nvPr/>
        </p:nvSpPr>
        <p:spPr>
          <a:xfrm>
            <a:off x="5727673" y="4796027"/>
            <a:ext cx="2674226" cy="112014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a:t>
            </a:r>
          </a:p>
        </p:txBody>
      </p:sp>
      <p:sp>
        <p:nvSpPr>
          <p:cNvPr id="13" name="Rectangle 12"/>
          <p:cNvSpPr/>
          <p:nvPr/>
        </p:nvSpPr>
        <p:spPr>
          <a:xfrm>
            <a:off x="8694508" y="3918203"/>
            <a:ext cx="420624" cy="420624"/>
          </a:xfrm>
          <a:prstGeom prst="rect">
            <a:avLst/>
          </a:prstGeom>
          <a:solidFill>
            <a:schemeClr val="accent4"/>
          </a:solidFill>
          <a:ln>
            <a:noFill/>
          </a:ln>
          <a:effectLst/>
        </p:spPr>
        <p:txBody>
          <a:bodyPr rtlCol="0" anchor="ctr"/>
          <a:lstStyle/>
          <a:p>
            <a:pPr algn="ctr"/>
          </a:p>
        </p:txBody>
      </p:sp>
      <p:sp>
        <p:nvSpPr>
          <p:cNvPr id="14" name="TextBox 13"/>
          <p:cNvSpPr txBox="1"/>
          <p:nvPr/>
        </p:nvSpPr>
        <p:spPr>
          <a:xfrm>
            <a:off x="8694508" y="4430268"/>
            <a:ext cx="2674226" cy="347472"/>
          </a:xfrm>
          <a:prstGeom prst="rect">
            <a:avLst/>
          </a:prstGeom>
          <a:noFill/>
        </p:spPr>
        <p:txBody>
          <a:bodyPr wrap="square" anchor="t" lIns="0" rIns="0" tIns="0" bIns="0">
            <a:spAutoFit/>
          </a:bodyPr>
          <a:lstStyle/>
          <a:p>
            <a:pPr algn="l"/>
            <a:r>
              <a:rPr sz="1800" b="1">
                <a:solidFill>
                  <a:schemeClr val="tx1"/>
                </a:solidFill>
                <a:latin typeface="+mn-lt"/>
              </a:rPr>
              <a:t>Lorem Ipsum</a:t>
            </a:r>
          </a:p>
        </p:txBody>
      </p:sp>
      <p:sp>
        <p:nvSpPr>
          <p:cNvPr id="15" name="TextBox 14"/>
          <p:cNvSpPr txBox="1"/>
          <p:nvPr/>
        </p:nvSpPr>
        <p:spPr>
          <a:xfrm>
            <a:off x="8694508" y="4796027"/>
            <a:ext cx="2674226" cy="1120140"/>
          </a:xfrm>
          <a:prstGeom prst="rect">
            <a:avLst/>
          </a:prstGeom>
          <a:noFill/>
        </p:spPr>
        <p:txBody>
          <a:bodyPr wrap="square" anchor="t" lIns="0" rIns="0" tIns="0" bIns="0">
            <a:spAutoFit/>
          </a:bodyPr>
          <a:lstStyle/>
          <a:p>
            <a:pPr algn="l"/>
            <a:r>
              <a:rPr sz="1400" b="0">
                <a:solidFill>
                  <a:schemeClr val="tx1"/>
                </a:solidFill>
                <a:latin typeface="+mn-lt"/>
              </a:rPr>
              <a:t>Lorem ipsum dolor sit amet consectetur adipiscing elit sed do eiusmod tempor incididunt ut labore et dolore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04040"/>
      </a:dk2>
      <a:lt2>
        <a:srgbClr val="F2F2F2"/>
      </a:lt2>
      <a:accent1>
        <a:srgbClr val="595959"/>
      </a:accent1>
      <a:accent2>
        <a:srgbClr val="7F7F7F"/>
      </a:accent2>
      <a:accent3>
        <a:srgbClr val="A6A6A6"/>
      </a:accent3>
      <a:accent4>
        <a:srgbClr val="BFBFBF"/>
      </a:accent4>
      <a:accent5>
        <a:srgbClr val="D9D9D9"/>
      </a:accent5>
      <a:accent6>
        <a:srgbClr val="262626"/>
      </a:accent6>
      <a:hlink>
        <a:srgbClr val="808080"/>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